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0"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0058400" cy="7772400"/>
  <p:notesSz cx="10058400" cy="7772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B2B5921-64E3-45E4-83D0-3E72FB5DA031}">
  <a:tblStyle styleId="{6B2B5921-64E3-45E4-83D0-3E72FB5DA03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1164" y="-270"/>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676725" y="582925"/>
            <a:ext cx="6705925"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005825" y="3691875"/>
            <a:ext cx="8046700" cy="3497575"/>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1:notes"/>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p1: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2:notes"/>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notes"/>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2" name="Google Shape;122;p3: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4:notes"/>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4: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5:notes"/>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5: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6:notes"/>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p6: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7:notes"/>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7: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8:notes"/>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8: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9:notes"/>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3" name="Google Shape;173;p9: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0:notes"/>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10: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1:notes"/>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p11: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2:notes"/>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p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3:notes"/>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p13: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4:notes"/>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4" name="Google Shape;214;p14: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5:notes"/>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p15: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6:notes"/>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0" name="Google Shape;230;p16: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7:notes"/>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p17: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8:notes"/>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p18: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9:notes"/>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p19: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20:notes"/>
          <p:cNvSpPr txBox="1">
            <a:spLocks noGrp="1"/>
          </p:cNvSpPr>
          <p:nvPr>
            <p:ph type="body" idx="1"/>
          </p:nvPr>
        </p:nvSpPr>
        <p:spPr>
          <a:xfrm>
            <a:off x="1005825" y="3691875"/>
            <a:ext cx="8046700" cy="3497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2" name="Google Shape;262;p20: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1_Title Slid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754380" y="2409444"/>
            <a:ext cx="8549640" cy="163220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Clr>
                <a:schemeClr val="dk2"/>
              </a:buClr>
              <a:buSzPts val="1400"/>
              <a:buNone/>
              <a:defRPr/>
            </a:lvl2pPr>
            <a:lvl3pPr lvl="2" algn="l">
              <a:spcBef>
                <a:spcPts val="0"/>
              </a:spcBef>
              <a:spcAft>
                <a:spcPts val="0"/>
              </a:spcAft>
              <a:buClr>
                <a:schemeClr val="dk2"/>
              </a:buClr>
              <a:buSzPts val="1400"/>
              <a:buNone/>
              <a:defRPr/>
            </a:lvl3pPr>
            <a:lvl4pPr lvl="3" algn="l">
              <a:spcBef>
                <a:spcPts val="0"/>
              </a:spcBef>
              <a:spcAft>
                <a:spcPts val="0"/>
              </a:spcAft>
              <a:buClr>
                <a:schemeClr val="dk2"/>
              </a:buClr>
              <a:buSzPts val="1400"/>
              <a:buNone/>
              <a:defRPr/>
            </a:lvl4pPr>
            <a:lvl5pPr lvl="4" algn="l">
              <a:spcBef>
                <a:spcPts val="0"/>
              </a:spcBef>
              <a:spcAft>
                <a:spcPts val="0"/>
              </a:spcAft>
              <a:buClr>
                <a:schemeClr val="dk2"/>
              </a:buClr>
              <a:buSzPts val="1400"/>
              <a:buNone/>
              <a:defRPr/>
            </a:lvl5pPr>
            <a:lvl6pPr lvl="5" algn="l">
              <a:spcBef>
                <a:spcPts val="0"/>
              </a:spcBef>
              <a:spcAft>
                <a:spcPts val="0"/>
              </a:spcAft>
              <a:buClr>
                <a:schemeClr val="dk2"/>
              </a:buClr>
              <a:buSzPts val="1400"/>
              <a:buNone/>
              <a:defRPr/>
            </a:lvl6pPr>
            <a:lvl7pPr lvl="6" algn="l">
              <a:spcBef>
                <a:spcPts val="0"/>
              </a:spcBef>
              <a:spcAft>
                <a:spcPts val="0"/>
              </a:spcAft>
              <a:buClr>
                <a:schemeClr val="dk2"/>
              </a:buClr>
              <a:buSzPts val="1400"/>
              <a:buNone/>
              <a:defRPr/>
            </a:lvl7pPr>
            <a:lvl8pPr lvl="7" algn="l">
              <a:spcBef>
                <a:spcPts val="0"/>
              </a:spcBef>
              <a:spcAft>
                <a:spcPts val="0"/>
              </a:spcAft>
              <a:buClr>
                <a:schemeClr val="dk2"/>
              </a:buClr>
              <a:buSzPts val="1400"/>
              <a:buNone/>
              <a:defRPr/>
            </a:lvl8pPr>
            <a:lvl9pPr lvl="8" algn="l">
              <a:spcBef>
                <a:spcPts val="0"/>
              </a:spcBef>
              <a:spcAft>
                <a:spcPts val="0"/>
              </a:spcAft>
              <a:buClr>
                <a:schemeClr val="dk2"/>
              </a:buClr>
              <a:buSzPts val="1400"/>
              <a:buNone/>
              <a:defRPr/>
            </a:lvl9pPr>
          </a:lstStyle>
          <a:p>
            <a:endParaRPr/>
          </a:p>
        </p:txBody>
      </p:sp>
      <p:sp>
        <p:nvSpPr>
          <p:cNvPr id="17" name="Google Shape;17;p2"/>
          <p:cNvSpPr txBox="1">
            <a:spLocks noGrp="1"/>
          </p:cNvSpPr>
          <p:nvPr>
            <p:ph type="subTitle" idx="1"/>
          </p:nvPr>
        </p:nvSpPr>
        <p:spPr>
          <a:xfrm>
            <a:off x="1508760" y="4352544"/>
            <a:ext cx="7040880" cy="19431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ftr" idx="11"/>
          </p:nvPr>
        </p:nvSpPr>
        <p:spPr>
          <a:xfrm>
            <a:off x="2364739" y="6978774"/>
            <a:ext cx="1017270" cy="17399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050" b="0" i="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dt" idx="10"/>
          </p:nvPr>
        </p:nvSpPr>
        <p:spPr>
          <a:xfrm>
            <a:off x="502920" y="7228332"/>
            <a:ext cx="2313432" cy="38862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300"/>
              <a:buFont typeface="Arial"/>
              <a:buNone/>
              <a:defRPr sz="13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dt" idx="10"/>
          </p:nvPr>
        </p:nvSpPr>
        <p:spPr>
          <a:xfrm>
            <a:off x="6789420" y="6995161"/>
            <a:ext cx="2766060" cy="413808"/>
          </a:xfrm>
          <a:prstGeom prst="rect">
            <a:avLst/>
          </a:prstGeom>
          <a:noFill/>
          <a:ln>
            <a:noFill/>
          </a:ln>
        </p:spPr>
        <p:txBody>
          <a:bodyPr spcFirstLastPara="1" wrap="square" lIns="101875" tIns="50925" rIns="101875" bIns="50925"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502920" y="6995161"/>
            <a:ext cx="3688081" cy="413808"/>
          </a:xfrm>
          <a:prstGeom prst="rect">
            <a:avLst/>
          </a:prstGeom>
          <a:noFill/>
          <a:ln>
            <a:noFill/>
          </a:ln>
        </p:spPr>
        <p:txBody>
          <a:bodyPr spcFirstLastPara="1" wrap="square" lIns="101875" tIns="50925" rIns="101875" bIns="509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4191000" y="6995161"/>
            <a:ext cx="2011680" cy="413808"/>
          </a:xfrm>
          <a:prstGeom prst="rect">
            <a:avLst/>
          </a:prstGeom>
          <a:noFill/>
          <a:ln>
            <a:noFill/>
          </a:ln>
        </p:spPr>
        <p:txBody>
          <a:bodyPr spcFirstLastPara="1" wrap="square" lIns="101875" tIns="50925" rIns="101875" bIns="50925" anchor="ctr" anchorCtr="0">
            <a:noAutofit/>
          </a:bodyPr>
          <a:lstStyle>
            <a:lvl1pPr marL="0" lvl="0" indent="0" algn="r">
              <a:lnSpc>
                <a:spcPct val="100000"/>
              </a:lnSpc>
              <a:spcBef>
                <a:spcPts val="0"/>
              </a:spcBef>
              <a:spcAft>
                <a:spcPts val="0"/>
              </a:spcAft>
              <a:buSzPts val="1300"/>
              <a:buNone/>
              <a:defRPr/>
            </a:lvl1pPr>
            <a:lvl2pPr marL="0" lvl="1" indent="0" algn="r">
              <a:lnSpc>
                <a:spcPct val="100000"/>
              </a:lnSpc>
              <a:spcBef>
                <a:spcPts val="0"/>
              </a:spcBef>
              <a:spcAft>
                <a:spcPts val="0"/>
              </a:spcAft>
              <a:buSzPts val="1300"/>
              <a:buNone/>
              <a:defRPr/>
            </a:lvl2pPr>
            <a:lvl3pPr marL="0" lvl="2" indent="0" algn="r">
              <a:lnSpc>
                <a:spcPct val="100000"/>
              </a:lnSpc>
              <a:spcBef>
                <a:spcPts val="0"/>
              </a:spcBef>
              <a:spcAft>
                <a:spcPts val="0"/>
              </a:spcAft>
              <a:buSzPts val="1300"/>
              <a:buNone/>
              <a:defRPr/>
            </a:lvl3pPr>
            <a:lvl4pPr marL="0" lvl="3" indent="0" algn="r">
              <a:lnSpc>
                <a:spcPct val="100000"/>
              </a:lnSpc>
              <a:spcBef>
                <a:spcPts val="0"/>
              </a:spcBef>
              <a:spcAft>
                <a:spcPts val="0"/>
              </a:spcAft>
              <a:buSzPts val="1300"/>
              <a:buNone/>
              <a:defRPr/>
            </a:lvl4pPr>
            <a:lvl5pPr marL="0" lvl="4" indent="0" algn="r">
              <a:lnSpc>
                <a:spcPct val="100000"/>
              </a:lnSpc>
              <a:spcBef>
                <a:spcPts val="0"/>
              </a:spcBef>
              <a:spcAft>
                <a:spcPts val="0"/>
              </a:spcAft>
              <a:buSzPts val="1300"/>
              <a:buNone/>
              <a:defRPr/>
            </a:lvl5pPr>
            <a:lvl6pPr marL="0" lvl="5" indent="0" algn="r">
              <a:lnSpc>
                <a:spcPct val="100000"/>
              </a:lnSpc>
              <a:spcBef>
                <a:spcPts val="0"/>
              </a:spcBef>
              <a:spcAft>
                <a:spcPts val="0"/>
              </a:spcAft>
              <a:buSzPts val="1300"/>
              <a:buNone/>
              <a:defRPr/>
            </a:lvl6pPr>
            <a:lvl7pPr marL="0" lvl="6" indent="0" algn="r">
              <a:lnSpc>
                <a:spcPct val="100000"/>
              </a:lnSpc>
              <a:spcBef>
                <a:spcPts val="0"/>
              </a:spcBef>
              <a:spcAft>
                <a:spcPts val="0"/>
              </a:spcAft>
              <a:buSzPts val="1300"/>
              <a:buNone/>
              <a:defRPr/>
            </a:lvl7pPr>
            <a:lvl8pPr marL="0" lvl="7" indent="0" algn="r">
              <a:lnSpc>
                <a:spcPct val="100000"/>
              </a:lnSpc>
              <a:spcBef>
                <a:spcPts val="0"/>
              </a:spcBef>
              <a:spcAft>
                <a:spcPts val="0"/>
              </a:spcAft>
              <a:buSzPts val="1300"/>
              <a:buNone/>
              <a:defRPr/>
            </a:lvl8pPr>
            <a:lvl9pPr marL="0" lvl="8" indent="0" algn="r">
              <a:lnSpc>
                <a:spcPct val="100000"/>
              </a:lnSpc>
              <a:spcBef>
                <a:spcPts val="0"/>
              </a:spcBef>
              <a:spcAft>
                <a:spcPts val="0"/>
              </a:spcAft>
              <a:buSzPts val="1300"/>
              <a:buNone/>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
        <p:nvSpPr>
          <p:cNvPr id="25" name="Google Shape;25;p3"/>
          <p:cNvSpPr txBox="1">
            <a:spLocks noGrp="1"/>
          </p:cNvSpPr>
          <p:nvPr>
            <p:ph type="title"/>
          </p:nvPr>
        </p:nvSpPr>
        <p:spPr>
          <a:xfrm>
            <a:off x="1972619" y="4955124"/>
            <a:ext cx="7163762" cy="1295400"/>
          </a:xfrm>
          <a:prstGeom prst="rect">
            <a:avLst/>
          </a:prstGeom>
          <a:noFill/>
          <a:ln>
            <a:noFill/>
          </a:ln>
        </p:spPr>
        <p:txBody>
          <a:bodyPr spcFirstLastPara="1" wrap="square" lIns="101875" tIns="50925" rIns="101875" bIns="50925" anchor="t" anchorCtr="0">
            <a:noAutofit/>
          </a:bodyPr>
          <a:lstStyle>
            <a:lvl1pPr lvl="0" algn="r">
              <a:spcBef>
                <a:spcPts val="0"/>
              </a:spcBef>
              <a:spcAft>
                <a:spcPts val="0"/>
              </a:spcAft>
              <a:buSzPts val="2304"/>
              <a:buChar char="*"/>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body" idx="1"/>
          </p:nvPr>
        </p:nvSpPr>
        <p:spPr>
          <a:xfrm>
            <a:off x="1257300" y="829056"/>
            <a:ext cx="7040880" cy="3938016"/>
          </a:xfrm>
          <a:prstGeom prst="rect">
            <a:avLst/>
          </a:prstGeom>
          <a:noFill/>
          <a:ln>
            <a:noFill/>
          </a:ln>
        </p:spPr>
        <p:txBody>
          <a:bodyPr spcFirstLastPara="1" wrap="square" lIns="101875" tIns="50925" rIns="101875" bIns="50925" anchor="t" anchorCtr="0">
            <a:normAutofit/>
          </a:bodyPr>
          <a:lstStyle>
            <a:lvl1pPr marL="457200" lvl="0" indent="-377190" algn="l">
              <a:spcBef>
                <a:spcPts val="360"/>
              </a:spcBef>
              <a:spcAft>
                <a:spcPts val="0"/>
              </a:spcAft>
              <a:buSzPts val="2340"/>
              <a:buChar char="*"/>
              <a:defRPr/>
            </a:lvl1pPr>
            <a:lvl2pPr marL="914400" lvl="1" indent="-377190" algn="l">
              <a:spcBef>
                <a:spcPts val="360"/>
              </a:spcBef>
              <a:spcAft>
                <a:spcPts val="0"/>
              </a:spcAft>
              <a:buSzPts val="2340"/>
              <a:buChar char="*"/>
              <a:defRPr/>
            </a:lvl2pPr>
            <a:lvl3pPr marL="1371600" lvl="2" indent="-377189" algn="l">
              <a:spcBef>
                <a:spcPts val="360"/>
              </a:spcBef>
              <a:spcAft>
                <a:spcPts val="0"/>
              </a:spcAft>
              <a:buSzPts val="2340"/>
              <a:buChar char="*"/>
              <a:defRPr/>
            </a:lvl3pPr>
            <a:lvl4pPr marL="1828800" lvl="3" indent="-377189" algn="l">
              <a:spcBef>
                <a:spcPts val="360"/>
              </a:spcBef>
              <a:spcAft>
                <a:spcPts val="0"/>
              </a:spcAft>
              <a:buSzPts val="2340"/>
              <a:buChar char="*"/>
              <a:defRPr/>
            </a:lvl4pPr>
            <a:lvl5pPr marL="2286000" lvl="4" indent="-377189" algn="l">
              <a:spcBef>
                <a:spcPts val="360"/>
              </a:spcBef>
              <a:spcAft>
                <a:spcPts val="0"/>
              </a:spcAft>
              <a:buSzPts val="2340"/>
              <a:buChar char="*"/>
              <a:defRPr/>
            </a:lvl5pPr>
            <a:lvl6pPr marL="2743200" lvl="5" indent="-377189" algn="l">
              <a:spcBef>
                <a:spcPts val="360"/>
              </a:spcBef>
              <a:spcAft>
                <a:spcPts val="0"/>
              </a:spcAft>
              <a:buSzPts val="2340"/>
              <a:buChar char="*"/>
              <a:defRPr/>
            </a:lvl6pPr>
            <a:lvl7pPr marL="3200400" lvl="6" indent="-377189" algn="l">
              <a:spcBef>
                <a:spcPts val="360"/>
              </a:spcBef>
              <a:spcAft>
                <a:spcPts val="0"/>
              </a:spcAft>
              <a:buSzPts val="2340"/>
              <a:buChar char="*"/>
              <a:defRPr/>
            </a:lvl7pPr>
            <a:lvl8pPr marL="3657600" lvl="7" indent="-377190" algn="l">
              <a:spcBef>
                <a:spcPts val="360"/>
              </a:spcBef>
              <a:spcAft>
                <a:spcPts val="0"/>
              </a:spcAft>
              <a:buSzPts val="2340"/>
              <a:buChar char="*"/>
              <a:defRPr/>
            </a:lvl8pPr>
            <a:lvl9pPr marL="4114800" lvl="8" indent="-377190" algn="l">
              <a:spcBef>
                <a:spcPts val="360"/>
              </a:spcBef>
              <a:spcAft>
                <a:spcPts val="334"/>
              </a:spcAft>
              <a:buSzPts val="234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7"/>
        <p:cNvGrpSpPr/>
        <p:nvPr/>
      </p:nvGrpSpPr>
      <p:grpSpPr>
        <a:xfrm>
          <a:off x="0" y="0"/>
          <a:ext cx="0" cy="0"/>
          <a:chOff x="0" y="0"/>
          <a:chExt cx="0" cy="0"/>
        </a:xfrm>
      </p:grpSpPr>
      <p:sp>
        <p:nvSpPr>
          <p:cNvPr id="28" name="Google Shape;28;p4"/>
          <p:cNvSpPr/>
          <p:nvPr/>
        </p:nvSpPr>
        <p:spPr>
          <a:xfrm>
            <a:off x="0" y="4382509"/>
            <a:ext cx="10058400" cy="3389891"/>
          </a:xfrm>
          <a:prstGeom prst="rect">
            <a:avLst/>
          </a:prstGeom>
          <a:gradFill>
            <a:gsLst>
              <a:gs pos="0">
                <a:srgbClr val="FFFFFF">
                  <a:alpha val="90980"/>
                </a:srgbClr>
              </a:gs>
              <a:gs pos="37000">
                <a:srgbClr val="FFFFFF">
                  <a:alpha val="75686"/>
                </a:srgbClr>
              </a:gs>
              <a:gs pos="100000">
                <a:srgbClr val="B4DCFA">
                  <a:alpha val="78823"/>
                </a:srgbClr>
              </a:gs>
            </a:gsLst>
            <a:path path="circle">
              <a:fillToRect l="50000" t="50000" r="50000" b="50000"/>
            </a:path>
            <a:tileRect/>
          </a:gradFill>
          <a:ln>
            <a:noFill/>
          </a:ln>
        </p:spPr>
        <p:txBody>
          <a:bodyPr spcFirstLastPara="1" wrap="square" lIns="101875" tIns="50925" rIns="101875" bIns="5092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9" name="Google Shape;29;p4"/>
          <p:cNvSpPr/>
          <p:nvPr/>
        </p:nvSpPr>
        <p:spPr>
          <a:xfrm>
            <a:off x="0" y="0"/>
            <a:ext cx="10058400" cy="4382509"/>
          </a:xfrm>
          <a:prstGeom prst="rect">
            <a:avLst/>
          </a:prstGeom>
          <a:gradFill>
            <a:gsLst>
              <a:gs pos="0">
                <a:srgbClr val="FFFFFF">
                  <a:alpha val="88627"/>
                </a:srgbClr>
              </a:gs>
              <a:gs pos="48000">
                <a:srgbClr val="FFFFFF">
                  <a:alpha val="61960"/>
                </a:srgbClr>
              </a:gs>
              <a:gs pos="100000">
                <a:srgbClr val="B4DCFA">
                  <a:alpha val="78823"/>
                </a:srgbClr>
              </a:gs>
            </a:gsLst>
            <a:path path="circle">
              <a:fillToRect l="50000" t="50000" r="50000" b="50000"/>
            </a:path>
            <a:tileRect/>
          </a:gradFill>
          <a:ln>
            <a:noFill/>
          </a:ln>
        </p:spPr>
        <p:txBody>
          <a:bodyPr spcFirstLastPara="1" wrap="square" lIns="101875" tIns="50925" rIns="101875" bIns="5092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0" name="Google Shape;30;p4"/>
          <p:cNvSpPr/>
          <p:nvPr/>
        </p:nvSpPr>
        <p:spPr>
          <a:xfrm>
            <a:off x="0" y="3005952"/>
            <a:ext cx="10058400" cy="2590800"/>
          </a:xfrm>
          <a:prstGeom prst="rect">
            <a:avLst/>
          </a:prstGeom>
          <a:gradFill>
            <a:gsLst>
              <a:gs pos="0">
                <a:srgbClr val="FFFFFF">
                  <a:alpha val="0"/>
                </a:srgbClr>
              </a:gs>
              <a:gs pos="29000">
                <a:srgbClr val="FFFFFF">
                  <a:alpha val="29803"/>
                </a:srgbClr>
              </a:gs>
              <a:gs pos="45000">
                <a:srgbClr val="B4DCFA">
                  <a:alpha val="40000"/>
                </a:srgbClr>
              </a:gs>
              <a:gs pos="55000">
                <a:srgbClr val="FFFFFF">
                  <a:alpha val="25882"/>
                </a:srgbClr>
              </a:gs>
              <a:gs pos="65000">
                <a:srgbClr val="B4DCFA">
                  <a:alpha val="60000"/>
                </a:srgbClr>
              </a:gs>
              <a:gs pos="100000">
                <a:srgbClr val="FFFFFF">
                  <a:alpha val="0"/>
                </a:srgbClr>
              </a:gs>
            </a:gsLst>
            <a:lin ang="5400000" scaled="0"/>
          </a:gradFill>
          <a:ln>
            <a:noFill/>
          </a:ln>
        </p:spPr>
        <p:txBody>
          <a:bodyPr spcFirstLastPara="1" wrap="square" lIns="101875" tIns="50925" rIns="101875" bIns="5092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1" name="Google Shape;31;p4"/>
          <p:cNvSpPr/>
          <p:nvPr/>
        </p:nvSpPr>
        <p:spPr>
          <a:xfrm>
            <a:off x="0" y="1813560"/>
            <a:ext cx="10058400" cy="5786120"/>
          </a:xfrm>
          <a:prstGeom prst="ellipse">
            <a:avLst/>
          </a:prstGeom>
          <a:gradFill>
            <a:gsLst>
              <a:gs pos="0">
                <a:schemeClr val="lt1"/>
              </a:gs>
              <a:gs pos="54000">
                <a:srgbClr val="FFFFFF">
                  <a:alpha val="0"/>
                </a:srgbClr>
              </a:gs>
              <a:gs pos="100000">
                <a:srgbClr val="FFFFFF">
                  <a:alpha val="0"/>
                </a:srgbClr>
              </a:gs>
            </a:gsLst>
            <a:path path="circle">
              <a:fillToRect l="50000" t="50000" r="50000" b="50000"/>
            </a:path>
            <a:tileRect/>
          </a:gradFill>
          <a:ln>
            <a:noFill/>
          </a:ln>
        </p:spPr>
        <p:txBody>
          <a:bodyPr spcFirstLastPara="1" wrap="square" lIns="101875" tIns="50925" rIns="101875" bIns="5092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2" name="Google Shape;32;p4"/>
          <p:cNvSpPr txBox="1">
            <a:spLocks noGrp="1"/>
          </p:cNvSpPr>
          <p:nvPr>
            <p:ph type="subTitle" idx="1"/>
          </p:nvPr>
        </p:nvSpPr>
        <p:spPr>
          <a:xfrm>
            <a:off x="1621175" y="5726218"/>
            <a:ext cx="6200711" cy="999735"/>
          </a:xfrm>
          <a:prstGeom prst="rect">
            <a:avLst/>
          </a:prstGeom>
          <a:noFill/>
          <a:ln>
            <a:noFill/>
          </a:ln>
        </p:spPr>
        <p:txBody>
          <a:bodyPr spcFirstLastPara="1" wrap="square" lIns="101875" tIns="50925" rIns="101875" bIns="50925" anchor="t" anchorCtr="0">
            <a:normAutofit/>
          </a:bodyPr>
          <a:lstStyle>
            <a:lvl1pPr lvl="0" algn="l">
              <a:spcBef>
                <a:spcPts val="500"/>
              </a:spcBef>
              <a:spcAft>
                <a:spcPts val="0"/>
              </a:spcAft>
              <a:buSzPts val="3250"/>
              <a:buNone/>
              <a:defRPr sz="2500">
                <a:solidFill>
                  <a:schemeClr val="dk2"/>
                </a:solidFill>
              </a:defRPr>
            </a:lvl1pPr>
            <a:lvl2pPr lvl="1" algn="ctr">
              <a:spcBef>
                <a:spcPts val="440"/>
              </a:spcBef>
              <a:spcAft>
                <a:spcPts val="0"/>
              </a:spcAft>
              <a:buSzPts val="2860"/>
              <a:buNone/>
              <a:defRPr>
                <a:solidFill>
                  <a:srgbClr val="888888"/>
                </a:solidFill>
              </a:defRPr>
            </a:lvl2pPr>
            <a:lvl3pPr lvl="2" algn="ctr">
              <a:spcBef>
                <a:spcPts val="400"/>
              </a:spcBef>
              <a:spcAft>
                <a:spcPts val="0"/>
              </a:spcAft>
              <a:buSzPts val="2600"/>
              <a:buNone/>
              <a:defRPr>
                <a:solidFill>
                  <a:srgbClr val="888888"/>
                </a:solidFill>
              </a:defRPr>
            </a:lvl3pPr>
            <a:lvl4pPr lvl="3" algn="ctr">
              <a:spcBef>
                <a:spcPts val="360"/>
              </a:spcBef>
              <a:spcAft>
                <a:spcPts val="0"/>
              </a:spcAft>
              <a:buSzPts val="2340"/>
              <a:buNone/>
              <a:defRPr>
                <a:solidFill>
                  <a:srgbClr val="888888"/>
                </a:solidFill>
              </a:defRPr>
            </a:lvl4pPr>
            <a:lvl5pPr lvl="4" algn="ctr">
              <a:spcBef>
                <a:spcPts val="334"/>
              </a:spcBef>
              <a:spcAft>
                <a:spcPts val="0"/>
              </a:spcAft>
              <a:buSzPts val="2080"/>
              <a:buNone/>
              <a:defRPr>
                <a:solidFill>
                  <a:srgbClr val="888888"/>
                </a:solidFill>
              </a:defRPr>
            </a:lvl5pPr>
            <a:lvl6pPr lvl="5" algn="ctr">
              <a:spcBef>
                <a:spcPts val="334"/>
              </a:spcBef>
              <a:spcAft>
                <a:spcPts val="0"/>
              </a:spcAft>
              <a:buSzPts val="2080"/>
              <a:buNone/>
              <a:defRPr>
                <a:solidFill>
                  <a:srgbClr val="888888"/>
                </a:solidFill>
              </a:defRPr>
            </a:lvl6pPr>
            <a:lvl7pPr lvl="6" algn="ctr">
              <a:spcBef>
                <a:spcPts val="334"/>
              </a:spcBef>
              <a:spcAft>
                <a:spcPts val="0"/>
              </a:spcAft>
              <a:buSzPts val="2080"/>
              <a:buNone/>
              <a:defRPr>
                <a:solidFill>
                  <a:srgbClr val="888888"/>
                </a:solidFill>
              </a:defRPr>
            </a:lvl7pPr>
            <a:lvl8pPr lvl="7" algn="ctr">
              <a:spcBef>
                <a:spcPts val="334"/>
              </a:spcBef>
              <a:spcAft>
                <a:spcPts val="0"/>
              </a:spcAft>
              <a:buSzPts val="2080"/>
              <a:buNone/>
              <a:defRPr>
                <a:solidFill>
                  <a:srgbClr val="888888"/>
                </a:solidFill>
              </a:defRPr>
            </a:lvl8pPr>
            <a:lvl9pPr lvl="8" algn="ctr">
              <a:spcBef>
                <a:spcPts val="334"/>
              </a:spcBef>
              <a:spcAft>
                <a:spcPts val="334"/>
              </a:spcAft>
              <a:buSzPts val="2080"/>
              <a:buNone/>
              <a:defRPr>
                <a:solidFill>
                  <a:srgbClr val="888888"/>
                </a:solidFill>
              </a:defRPr>
            </a:lvl9pPr>
          </a:lstStyle>
          <a:p>
            <a:endParaRPr/>
          </a:p>
        </p:txBody>
      </p:sp>
      <p:sp>
        <p:nvSpPr>
          <p:cNvPr id="33" name="Google Shape;33;p4"/>
          <p:cNvSpPr txBox="1">
            <a:spLocks noGrp="1"/>
          </p:cNvSpPr>
          <p:nvPr>
            <p:ph type="dt" idx="10"/>
          </p:nvPr>
        </p:nvSpPr>
        <p:spPr>
          <a:xfrm>
            <a:off x="6789420" y="6995161"/>
            <a:ext cx="2766060" cy="413808"/>
          </a:xfrm>
          <a:prstGeom prst="rect">
            <a:avLst/>
          </a:prstGeom>
          <a:noFill/>
          <a:ln>
            <a:noFill/>
          </a:ln>
        </p:spPr>
        <p:txBody>
          <a:bodyPr spcFirstLastPara="1" wrap="square" lIns="101875" tIns="50925" rIns="101875" bIns="50925"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4"/>
          <p:cNvSpPr txBox="1">
            <a:spLocks noGrp="1"/>
          </p:cNvSpPr>
          <p:nvPr>
            <p:ph type="ftr" idx="11"/>
          </p:nvPr>
        </p:nvSpPr>
        <p:spPr>
          <a:xfrm>
            <a:off x="502920" y="6995161"/>
            <a:ext cx="3688081" cy="413808"/>
          </a:xfrm>
          <a:prstGeom prst="rect">
            <a:avLst/>
          </a:prstGeom>
          <a:noFill/>
          <a:ln>
            <a:noFill/>
          </a:ln>
        </p:spPr>
        <p:txBody>
          <a:bodyPr spcFirstLastPara="1" wrap="square" lIns="101875" tIns="50925" rIns="101875" bIns="509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
          <p:cNvSpPr txBox="1">
            <a:spLocks noGrp="1"/>
          </p:cNvSpPr>
          <p:nvPr>
            <p:ph type="sldNum" idx="12"/>
          </p:nvPr>
        </p:nvSpPr>
        <p:spPr>
          <a:xfrm>
            <a:off x="4191000" y="6995161"/>
            <a:ext cx="2011680" cy="413808"/>
          </a:xfrm>
          <a:prstGeom prst="rect">
            <a:avLst/>
          </a:prstGeom>
          <a:noFill/>
          <a:ln>
            <a:noFill/>
          </a:ln>
        </p:spPr>
        <p:txBody>
          <a:bodyPr spcFirstLastPara="1" wrap="square" lIns="101875" tIns="50925" rIns="101875" bIns="50925" anchor="ctr" anchorCtr="0">
            <a:noAutofit/>
          </a:bodyPr>
          <a:lstStyle>
            <a:lvl1pPr marL="0" lvl="0" indent="0" algn="r">
              <a:lnSpc>
                <a:spcPct val="100000"/>
              </a:lnSpc>
              <a:spcBef>
                <a:spcPts val="0"/>
              </a:spcBef>
              <a:spcAft>
                <a:spcPts val="0"/>
              </a:spcAft>
              <a:buSzPts val="1300"/>
              <a:buNone/>
              <a:defRPr/>
            </a:lvl1pPr>
            <a:lvl2pPr marL="0" lvl="1" indent="0" algn="r">
              <a:lnSpc>
                <a:spcPct val="100000"/>
              </a:lnSpc>
              <a:spcBef>
                <a:spcPts val="0"/>
              </a:spcBef>
              <a:spcAft>
                <a:spcPts val="0"/>
              </a:spcAft>
              <a:buSzPts val="1300"/>
              <a:buNone/>
              <a:defRPr/>
            </a:lvl2pPr>
            <a:lvl3pPr marL="0" lvl="2" indent="0" algn="r">
              <a:lnSpc>
                <a:spcPct val="100000"/>
              </a:lnSpc>
              <a:spcBef>
                <a:spcPts val="0"/>
              </a:spcBef>
              <a:spcAft>
                <a:spcPts val="0"/>
              </a:spcAft>
              <a:buSzPts val="1300"/>
              <a:buNone/>
              <a:defRPr/>
            </a:lvl3pPr>
            <a:lvl4pPr marL="0" lvl="3" indent="0" algn="r">
              <a:lnSpc>
                <a:spcPct val="100000"/>
              </a:lnSpc>
              <a:spcBef>
                <a:spcPts val="0"/>
              </a:spcBef>
              <a:spcAft>
                <a:spcPts val="0"/>
              </a:spcAft>
              <a:buSzPts val="1300"/>
              <a:buNone/>
              <a:defRPr/>
            </a:lvl4pPr>
            <a:lvl5pPr marL="0" lvl="4" indent="0" algn="r">
              <a:lnSpc>
                <a:spcPct val="100000"/>
              </a:lnSpc>
              <a:spcBef>
                <a:spcPts val="0"/>
              </a:spcBef>
              <a:spcAft>
                <a:spcPts val="0"/>
              </a:spcAft>
              <a:buSzPts val="1300"/>
              <a:buNone/>
              <a:defRPr/>
            </a:lvl5pPr>
            <a:lvl6pPr marL="0" lvl="5" indent="0" algn="r">
              <a:lnSpc>
                <a:spcPct val="100000"/>
              </a:lnSpc>
              <a:spcBef>
                <a:spcPts val="0"/>
              </a:spcBef>
              <a:spcAft>
                <a:spcPts val="0"/>
              </a:spcAft>
              <a:buSzPts val="1300"/>
              <a:buNone/>
              <a:defRPr/>
            </a:lvl6pPr>
            <a:lvl7pPr marL="0" lvl="6" indent="0" algn="r">
              <a:lnSpc>
                <a:spcPct val="100000"/>
              </a:lnSpc>
              <a:spcBef>
                <a:spcPts val="0"/>
              </a:spcBef>
              <a:spcAft>
                <a:spcPts val="0"/>
              </a:spcAft>
              <a:buSzPts val="1300"/>
              <a:buNone/>
              <a:defRPr/>
            </a:lvl7pPr>
            <a:lvl8pPr marL="0" lvl="7" indent="0" algn="r">
              <a:lnSpc>
                <a:spcPct val="100000"/>
              </a:lnSpc>
              <a:spcBef>
                <a:spcPts val="0"/>
              </a:spcBef>
              <a:spcAft>
                <a:spcPts val="0"/>
              </a:spcAft>
              <a:buSzPts val="1300"/>
              <a:buNone/>
              <a:defRPr/>
            </a:lvl8pPr>
            <a:lvl9pPr marL="0" lvl="8" indent="0" algn="r">
              <a:lnSpc>
                <a:spcPct val="100000"/>
              </a:lnSpc>
              <a:spcBef>
                <a:spcPts val="0"/>
              </a:spcBef>
              <a:spcAft>
                <a:spcPts val="0"/>
              </a:spcAft>
              <a:buSzPts val="1300"/>
              <a:buNone/>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
        <p:nvSpPr>
          <p:cNvPr id="36" name="Google Shape;36;p4"/>
          <p:cNvSpPr txBox="1">
            <a:spLocks noGrp="1"/>
          </p:cNvSpPr>
          <p:nvPr>
            <p:ph type="ctrTitle"/>
          </p:nvPr>
        </p:nvSpPr>
        <p:spPr>
          <a:xfrm>
            <a:off x="899340" y="3549929"/>
            <a:ext cx="7892886" cy="2032256"/>
          </a:xfrm>
          <a:prstGeom prst="rect">
            <a:avLst/>
          </a:prstGeom>
          <a:noFill/>
          <a:ln>
            <a:noFill/>
          </a:ln>
        </p:spPr>
        <p:txBody>
          <a:bodyPr spcFirstLastPara="1" wrap="square" lIns="101875" tIns="50925" rIns="101875" bIns="50925" anchor="t" anchorCtr="0">
            <a:noAutofit/>
          </a:bodyPr>
          <a:lstStyle>
            <a:lvl1pPr lvl="0" algn="l">
              <a:spcBef>
                <a:spcPts val="0"/>
              </a:spcBef>
              <a:spcAft>
                <a:spcPts val="0"/>
              </a:spcAft>
              <a:buSzPts val="7680"/>
              <a:buChar char="*"/>
              <a:defRPr sz="6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7"/>
        <p:cNvGrpSpPr/>
        <p:nvPr/>
      </p:nvGrpSpPr>
      <p:grpSpPr>
        <a:xfrm>
          <a:off x="0" y="0"/>
          <a:ext cx="0" cy="0"/>
          <a:chOff x="0" y="0"/>
          <a:chExt cx="0" cy="0"/>
        </a:xfrm>
      </p:grpSpPr>
      <p:sp>
        <p:nvSpPr>
          <p:cNvPr id="38" name="Google Shape;38;p5"/>
          <p:cNvSpPr/>
          <p:nvPr/>
        </p:nvSpPr>
        <p:spPr>
          <a:xfrm>
            <a:off x="0" y="4382509"/>
            <a:ext cx="10058400" cy="3389891"/>
          </a:xfrm>
          <a:prstGeom prst="rect">
            <a:avLst/>
          </a:prstGeom>
          <a:gradFill>
            <a:gsLst>
              <a:gs pos="0">
                <a:srgbClr val="FFFFFF">
                  <a:alpha val="91764"/>
                </a:srgbClr>
              </a:gs>
              <a:gs pos="37000">
                <a:srgbClr val="FFFFFF">
                  <a:alpha val="76862"/>
                </a:srgbClr>
              </a:gs>
              <a:gs pos="100000">
                <a:srgbClr val="B4DCFA">
                  <a:alpha val="80000"/>
                </a:srgbClr>
              </a:gs>
            </a:gsLst>
            <a:path path="circle">
              <a:fillToRect l="50000" t="50000" r="50000" b="50000"/>
            </a:path>
            <a:tileRect/>
          </a:gradFill>
          <a:ln>
            <a:noFill/>
          </a:ln>
        </p:spPr>
        <p:txBody>
          <a:bodyPr spcFirstLastPara="1" wrap="square" lIns="101875" tIns="50925" rIns="101875" bIns="5092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9" name="Google Shape;39;p5"/>
          <p:cNvSpPr/>
          <p:nvPr/>
        </p:nvSpPr>
        <p:spPr>
          <a:xfrm>
            <a:off x="0" y="0"/>
            <a:ext cx="10058400" cy="4382509"/>
          </a:xfrm>
          <a:prstGeom prst="rect">
            <a:avLst/>
          </a:prstGeom>
          <a:gradFill>
            <a:gsLst>
              <a:gs pos="0">
                <a:srgbClr val="FFFFFF">
                  <a:alpha val="89803"/>
                </a:srgbClr>
              </a:gs>
              <a:gs pos="48000">
                <a:srgbClr val="FFFFFF">
                  <a:alpha val="62745"/>
                </a:srgbClr>
              </a:gs>
              <a:gs pos="100000">
                <a:srgbClr val="B4DCFA">
                  <a:alpha val="80000"/>
                </a:srgbClr>
              </a:gs>
            </a:gsLst>
            <a:path path="circle">
              <a:fillToRect l="50000" t="50000" r="50000" b="50000"/>
            </a:path>
            <a:tileRect/>
          </a:gradFill>
          <a:ln>
            <a:noFill/>
          </a:ln>
        </p:spPr>
        <p:txBody>
          <a:bodyPr spcFirstLastPara="1" wrap="square" lIns="101875" tIns="50925" rIns="101875" bIns="5092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0" name="Google Shape;40;p5"/>
          <p:cNvSpPr/>
          <p:nvPr/>
        </p:nvSpPr>
        <p:spPr>
          <a:xfrm>
            <a:off x="0" y="3005952"/>
            <a:ext cx="10058400" cy="2590800"/>
          </a:xfrm>
          <a:prstGeom prst="rect">
            <a:avLst/>
          </a:prstGeom>
          <a:gradFill>
            <a:gsLst>
              <a:gs pos="0">
                <a:srgbClr val="FFFFFF">
                  <a:alpha val="0"/>
                </a:srgbClr>
              </a:gs>
              <a:gs pos="29000">
                <a:srgbClr val="FFFFFF">
                  <a:alpha val="29803"/>
                </a:srgbClr>
              </a:gs>
              <a:gs pos="45000">
                <a:srgbClr val="B4DCFA">
                  <a:alpha val="40000"/>
                </a:srgbClr>
              </a:gs>
              <a:gs pos="55000">
                <a:srgbClr val="FFFFFF">
                  <a:alpha val="25882"/>
                </a:srgbClr>
              </a:gs>
              <a:gs pos="65000">
                <a:srgbClr val="B4DCFA">
                  <a:alpha val="60000"/>
                </a:srgbClr>
              </a:gs>
              <a:gs pos="100000">
                <a:srgbClr val="FFFFFF">
                  <a:alpha val="0"/>
                </a:srgbClr>
              </a:gs>
            </a:gsLst>
            <a:lin ang="5400000" scaled="0"/>
          </a:gradFill>
          <a:ln>
            <a:noFill/>
          </a:ln>
        </p:spPr>
        <p:txBody>
          <a:bodyPr spcFirstLastPara="1" wrap="square" lIns="101875" tIns="50925" rIns="101875" bIns="5092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1" name="Google Shape;41;p5"/>
          <p:cNvSpPr/>
          <p:nvPr/>
        </p:nvSpPr>
        <p:spPr>
          <a:xfrm>
            <a:off x="0" y="1813560"/>
            <a:ext cx="10058400" cy="5786120"/>
          </a:xfrm>
          <a:prstGeom prst="ellipse">
            <a:avLst/>
          </a:prstGeom>
          <a:gradFill>
            <a:gsLst>
              <a:gs pos="0">
                <a:schemeClr val="lt1"/>
              </a:gs>
              <a:gs pos="54000">
                <a:srgbClr val="FFFFFF">
                  <a:alpha val="0"/>
                </a:srgbClr>
              </a:gs>
              <a:gs pos="100000">
                <a:srgbClr val="FFFFFF">
                  <a:alpha val="0"/>
                </a:srgbClr>
              </a:gs>
            </a:gsLst>
            <a:path path="circle">
              <a:fillToRect l="50000" t="50000" r="50000" b="50000"/>
            </a:path>
            <a:tileRect/>
          </a:gradFill>
          <a:ln>
            <a:noFill/>
          </a:ln>
        </p:spPr>
        <p:txBody>
          <a:bodyPr spcFirstLastPara="1" wrap="square" lIns="101875" tIns="50925" rIns="101875" bIns="5092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2" name="Google Shape;42;p5"/>
          <p:cNvSpPr txBox="1">
            <a:spLocks noGrp="1"/>
          </p:cNvSpPr>
          <p:nvPr>
            <p:ph type="title"/>
          </p:nvPr>
        </p:nvSpPr>
        <p:spPr>
          <a:xfrm>
            <a:off x="2236514" y="2462334"/>
            <a:ext cx="6563333" cy="2746459"/>
          </a:xfrm>
          <a:prstGeom prst="rect">
            <a:avLst/>
          </a:prstGeom>
          <a:noFill/>
          <a:ln>
            <a:noFill/>
          </a:ln>
        </p:spPr>
        <p:txBody>
          <a:bodyPr spcFirstLastPara="1" wrap="square" lIns="101875" tIns="50925" rIns="101875" bIns="50925" anchor="b" anchorCtr="0">
            <a:noAutofit/>
          </a:bodyPr>
          <a:lstStyle>
            <a:lvl1pPr lvl="0" algn="r">
              <a:spcBef>
                <a:spcPts val="0"/>
              </a:spcBef>
              <a:spcAft>
                <a:spcPts val="0"/>
              </a:spcAft>
              <a:buSzPts val="6528"/>
              <a:buChar char="*"/>
              <a:defRPr sz="5100" b="1"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5"/>
          <p:cNvSpPr txBox="1">
            <a:spLocks noGrp="1"/>
          </p:cNvSpPr>
          <p:nvPr>
            <p:ph type="body" idx="1"/>
          </p:nvPr>
        </p:nvSpPr>
        <p:spPr>
          <a:xfrm>
            <a:off x="2224682" y="5221846"/>
            <a:ext cx="6567543" cy="946855"/>
          </a:xfrm>
          <a:prstGeom prst="rect">
            <a:avLst/>
          </a:prstGeom>
          <a:noFill/>
          <a:ln>
            <a:noFill/>
          </a:ln>
        </p:spPr>
        <p:txBody>
          <a:bodyPr spcFirstLastPara="1" wrap="square" lIns="101875" tIns="50925" rIns="101875" bIns="50925" anchor="t" anchorCtr="0">
            <a:normAutofit/>
          </a:bodyPr>
          <a:lstStyle>
            <a:lvl1pPr marL="457200" lvl="0" indent="-228600" algn="r">
              <a:spcBef>
                <a:spcPts val="440"/>
              </a:spcBef>
              <a:spcAft>
                <a:spcPts val="0"/>
              </a:spcAft>
              <a:buSzPts val="2860"/>
              <a:buNone/>
              <a:defRPr sz="2200">
                <a:solidFill>
                  <a:schemeClr val="dk2"/>
                </a:solidFill>
              </a:defRPr>
            </a:lvl1pPr>
            <a:lvl2pPr marL="914400" lvl="1" indent="-228600" algn="l">
              <a:spcBef>
                <a:spcPts val="400"/>
              </a:spcBef>
              <a:spcAft>
                <a:spcPts val="0"/>
              </a:spcAft>
              <a:buSzPts val="2600"/>
              <a:buNone/>
              <a:defRPr sz="2000">
                <a:solidFill>
                  <a:srgbClr val="888888"/>
                </a:solidFill>
              </a:defRPr>
            </a:lvl2pPr>
            <a:lvl3pPr marL="1371600" lvl="2" indent="-228600" algn="l">
              <a:spcBef>
                <a:spcPts val="360"/>
              </a:spcBef>
              <a:spcAft>
                <a:spcPts val="0"/>
              </a:spcAft>
              <a:buSzPts val="2340"/>
              <a:buNone/>
              <a:defRPr sz="1800">
                <a:solidFill>
                  <a:srgbClr val="888888"/>
                </a:solidFill>
              </a:defRPr>
            </a:lvl3pPr>
            <a:lvl4pPr marL="1828800" lvl="3" indent="-228600" algn="l">
              <a:spcBef>
                <a:spcPts val="334"/>
              </a:spcBef>
              <a:spcAft>
                <a:spcPts val="0"/>
              </a:spcAft>
              <a:buSzPts val="2080"/>
              <a:buNone/>
              <a:defRPr sz="1600">
                <a:solidFill>
                  <a:srgbClr val="888888"/>
                </a:solidFill>
              </a:defRPr>
            </a:lvl4pPr>
            <a:lvl5pPr marL="2286000" lvl="4" indent="-228600" algn="l">
              <a:spcBef>
                <a:spcPts val="334"/>
              </a:spcBef>
              <a:spcAft>
                <a:spcPts val="0"/>
              </a:spcAft>
              <a:buSzPts val="2080"/>
              <a:buNone/>
              <a:defRPr sz="1600">
                <a:solidFill>
                  <a:srgbClr val="888888"/>
                </a:solidFill>
              </a:defRPr>
            </a:lvl5pPr>
            <a:lvl6pPr marL="2743200" lvl="5" indent="-228600" algn="l">
              <a:spcBef>
                <a:spcPts val="334"/>
              </a:spcBef>
              <a:spcAft>
                <a:spcPts val="0"/>
              </a:spcAft>
              <a:buSzPts val="2080"/>
              <a:buNone/>
              <a:defRPr sz="1600">
                <a:solidFill>
                  <a:srgbClr val="888888"/>
                </a:solidFill>
              </a:defRPr>
            </a:lvl6pPr>
            <a:lvl7pPr marL="3200400" lvl="6" indent="-228600" algn="l">
              <a:spcBef>
                <a:spcPts val="334"/>
              </a:spcBef>
              <a:spcAft>
                <a:spcPts val="0"/>
              </a:spcAft>
              <a:buSzPts val="2080"/>
              <a:buNone/>
              <a:defRPr sz="1600">
                <a:solidFill>
                  <a:srgbClr val="888888"/>
                </a:solidFill>
              </a:defRPr>
            </a:lvl7pPr>
            <a:lvl8pPr marL="3657600" lvl="7" indent="-228600" algn="l">
              <a:spcBef>
                <a:spcPts val="334"/>
              </a:spcBef>
              <a:spcAft>
                <a:spcPts val="0"/>
              </a:spcAft>
              <a:buSzPts val="2080"/>
              <a:buNone/>
              <a:defRPr sz="1600">
                <a:solidFill>
                  <a:srgbClr val="888888"/>
                </a:solidFill>
              </a:defRPr>
            </a:lvl8pPr>
            <a:lvl9pPr marL="4114800" lvl="8" indent="-228600" algn="l">
              <a:spcBef>
                <a:spcPts val="334"/>
              </a:spcBef>
              <a:spcAft>
                <a:spcPts val="334"/>
              </a:spcAft>
              <a:buSzPts val="2080"/>
              <a:buNone/>
              <a:defRPr sz="1600">
                <a:solidFill>
                  <a:srgbClr val="888888"/>
                </a:solidFill>
              </a:defRPr>
            </a:lvl9pPr>
          </a:lstStyle>
          <a:p>
            <a:endParaRPr/>
          </a:p>
        </p:txBody>
      </p:sp>
      <p:sp>
        <p:nvSpPr>
          <p:cNvPr id="44" name="Google Shape;44;p5"/>
          <p:cNvSpPr txBox="1">
            <a:spLocks noGrp="1"/>
          </p:cNvSpPr>
          <p:nvPr>
            <p:ph type="dt" idx="10"/>
          </p:nvPr>
        </p:nvSpPr>
        <p:spPr>
          <a:xfrm>
            <a:off x="6789420" y="6995161"/>
            <a:ext cx="2766060" cy="413808"/>
          </a:xfrm>
          <a:prstGeom prst="rect">
            <a:avLst/>
          </a:prstGeom>
          <a:noFill/>
          <a:ln>
            <a:noFill/>
          </a:ln>
        </p:spPr>
        <p:txBody>
          <a:bodyPr spcFirstLastPara="1" wrap="square" lIns="101875" tIns="50925" rIns="101875" bIns="50925"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5"/>
          <p:cNvSpPr txBox="1">
            <a:spLocks noGrp="1"/>
          </p:cNvSpPr>
          <p:nvPr>
            <p:ph type="ftr" idx="11"/>
          </p:nvPr>
        </p:nvSpPr>
        <p:spPr>
          <a:xfrm>
            <a:off x="502920" y="6995161"/>
            <a:ext cx="3688081" cy="413808"/>
          </a:xfrm>
          <a:prstGeom prst="rect">
            <a:avLst/>
          </a:prstGeom>
          <a:noFill/>
          <a:ln>
            <a:noFill/>
          </a:ln>
        </p:spPr>
        <p:txBody>
          <a:bodyPr spcFirstLastPara="1" wrap="square" lIns="101875" tIns="50925" rIns="101875" bIns="509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5"/>
          <p:cNvSpPr txBox="1">
            <a:spLocks noGrp="1"/>
          </p:cNvSpPr>
          <p:nvPr>
            <p:ph type="sldNum" idx="12"/>
          </p:nvPr>
        </p:nvSpPr>
        <p:spPr>
          <a:xfrm>
            <a:off x="4191000" y="6995161"/>
            <a:ext cx="2011680" cy="413808"/>
          </a:xfrm>
          <a:prstGeom prst="rect">
            <a:avLst/>
          </a:prstGeom>
          <a:noFill/>
          <a:ln>
            <a:noFill/>
          </a:ln>
        </p:spPr>
        <p:txBody>
          <a:bodyPr spcFirstLastPara="1" wrap="square" lIns="101875" tIns="50925" rIns="101875" bIns="50925" anchor="ctr" anchorCtr="0">
            <a:noAutofit/>
          </a:bodyPr>
          <a:lstStyle>
            <a:lvl1pPr marL="0" lvl="0" indent="0" algn="r">
              <a:lnSpc>
                <a:spcPct val="100000"/>
              </a:lnSpc>
              <a:spcBef>
                <a:spcPts val="0"/>
              </a:spcBef>
              <a:spcAft>
                <a:spcPts val="0"/>
              </a:spcAft>
              <a:buSzPts val="1300"/>
              <a:buNone/>
              <a:defRPr/>
            </a:lvl1pPr>
            <a:lvl2pPr marL="0" lvl="1" indent="0" algn="r">
              <a:lnSpc>
                <a:spcPct val="100000"/>
              </a:lnSpc>
              <a:spcBef>
                <a:spcPts val="0"/>
              </a:spcBef>
              <a:spcAft>
                <a:spcPts val="0"/>
              </a:spcAft>
              <a:buSzPts val="1300"/>
              <a:buNone/>
              <a:defRPr/>
            </a:lvl2pPr>
            <a:lvl3pPr marL="0" lvl="2" indent="0" algn="r">
              <a:lnSpc>
                <a:spcPct val="100000"/>
              </a:lnSpc>
              <a:spcBef>
                <a:spcPts val="0"/>
              </a:spcBef>
              <a:spcAft>
                <a:spcPts val="0"/>
              </a:spcAft>
              <a:buSzPts val="1300"/>
              <a:buNone/>
              <a:defRPr/>
            </a:lvl3pPr>
            <a:lvl4pPr marL="0" lvl="3" indent="0" algn="r">
              <a:lnSpc>
                <a:spcPct val="100000"/>
              </a:lnSpc>
              <a:spcBef>
                <a:spcPts val="0"/>
              </a:spcBef>
              <a:spcAft>
                <a:spcPts val="0"/>
              </a:spcAft>
              <a:buSzPts val="1300"/>
              <a:buNone/>
              <a:defRPr/>
            </a:lvl4pPr>
            <a:lvl5pPr marL="0" lvl="4" indent="0" algn="r">
              <a:lnSpc>
                <a:spcPct val="100000"/>
              </a:lnSpc>
              <a:spcBef>
                <a:spcPts val="0"/>
              </a:spcBef>
              <a:spcAft>
                <a:spcPts val="0"/>
              </a:spcAft>
              <a:buSzPts val="1300"/>
              <a:buNone/>
              <a:defRPr/>
            </a:lvl5pPr>
            <a:lvl6pPr marL="0" lvl="5" indent="0" algn="r">
              <a:lnSpc>
                <a:spcPct val="100000"/>
              </a:lnSpc>
              <a:spcBef>
                <a:spcPts val="0"/>
              </a:spcBef>
              <a:spcAft>
                <a:spcPts val="0"/>
              </a:spcAft>
              <a:buSzPts val="1300"/>
              <a:buNone/>
              <a:defRPr/>
            </a:lvl6pPr>
            <a:lvl7pPr marL="0" lvl="6" indent="0" algn="r">
              <a:lnSpc>
                <a:spcPct val="100000"/>
              </a:lnSpc>
              <a:spcBef>
                <a:spcPts val="0"/>
              </a:spcBef>
              <a:spcAft>
                <a:spcPts val="0"/>
              </a:spcAft>
              <a:buSzPts val="1300"/>
              <a:buNone/>
              <a:defRPr/>
            </a:lvl7pPr>
            <a:lvl8pPr marL="0" lvl="7" indent="0" algn="r">
              <a:lnSpc>
                <a:spcPct val="100000"/>
              </a:lnSpc>
              <a:spcBef>
                <a:spcPts val="0"/>
              </a:spcBef>
              <a:spcAft>
                <a:spcPts val="0"/>
              </a:spcAft>
              <a:buSzPts val="1300"/>
              <a:buNone/>
              <a:defRPr/>
            </a:lvl8pPr>
            <a:lvl9pPr marL="0" lvl="8" indent="0" algn="r">
              <a:lnSpc>
                <a:spcPct val="100000"/>
              </a:lnSpc>
              <a:spcBef>
                <a:spcPts val="0"/>
              </a:spcBef>
              <a:spcAft>
                <a:spcPts val="0"/>
              </a:spcAft>
              <a:buSzPts val="1300"/>
              <a:buNone/>
              <a:defRPr/>
            </a:lvl9pPr>
          </a:lstStyle>
          <a:p>
            <a:pPr marL="0" lvl="0" indent="0" algn="r" rtl="0">
              <a:spcBef>
                <a:spcPts val="0"/>
              </a:spcBef>
              <a:spcAft>
                <a:spcPts val="0"/>
              </a:spcAft>
              <a:buNone/>
            </a:pPr>
            <a:fld id="{00000000-1234-1234-1234-123412341234}" type="slidenum">
              <a:rPr lang="en-US"/>
              <a:t>‹#›</a:t>
            </a:fld>
            <a:endParaRPr b="0" u="non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6"/>
          <p:cNvSpPr txBox="1">
            <a:spLocks noGrp="1"/>
          </p:cNvSpPr>
          <p:nvPr>
            <p:ph type="dt" idx="10"/>
          </p:nvPr>
        </p:nvSpPr>
        <p:spPr>
          <a:xfrm>
            <a:off x="6789420" y="6995161"/>
            <a:ext cx="2766060" cy="413808"/>
          </a:xfrm>
          <a:prstGeom prst="rect">
            <a:avLst/>
          </a:prstGeom>
          <a:noFill/>
          <a:ln>
            <a:noFill/>
          </a:ln>
        </p:spPr>
        <p:txBody>
          <a:bodyPr spcFirstLastPara="1" wrap="square" lIns="101875" tIns="50925" rIns="101875" bIns="50925"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6"/>
          <p:cNvSpPr txBox="1">
            <a:spLocks noGrp="1"/>
          </p:cNvSpPr>
          <p:nvPr>
            <p:ph type="ftr" idx="11"/>
          </p:nvPr>
        </p:nvSpPr>
        <p:spPr>
          <a:xfrm>
            <a:off x="502920" y="6995161"/>
            <a:ext cx="3688081" cy="413808"/>
          </a:xfrm>
          <a:prstGeom prst="rect">
            <a:avLst/>
          </a:prstGeom>
          <a:noFill/>
          <a:ln>
            <a:noFill/>
          </a:ln>
        </p:spPr>
        <p:txBody>
          <a:bodyPr spcFirstLastPara="1" wrap="square" lIns="101875" tIns="50925" rIns="101875" bIns="509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6"/>
          <p:cNvSpPr txBox="1">
            <a:spLocks noGrp="1"/>
          </p:cNvSpPr>
          <p:nvPr>
            <p:ph type="sldNum" idx="12"/>
          </p:nvPr>
        </p:nvSpPr>
        <p:spPr>
          <a:xfrm>
            <a:off x="4191000" y="6995161"/>
            <a:ext cx="2011680" cy="413808"/>
          </a:xfrm>
          <a:prstGeom prst="rect">
            <a:avLst/>
          </a:prstGeom>
          <a:noFill/>
          <a:ln>
            <a:noFill/>
          </a:ln>
        </p:spPr>
        <p:txBody>
          <a:bodyPr spcFirstLastPara="1" wrap="square" lIns="101875" tIns="50925" rIns="101875" bIns="50925" anchor="ctr" anchorCtr="0">
            <a:noAutofit/>
          </a:bodyPr>
          <a:lstStyle>
            <a:lvl1pPr marL="0" lvl="0" indent="0" algn="r">
              <a:lnSpc>
                <a:spcPct val="100000"/>
              </a:lnSpc>
              <a:spcBef>
                <a:spcPts val="0"/>
              </a:spcBef>
              <a:spcAft>
                <a:spcPts val="0"/>
              </a:spcAft>
              <a:buSzPts val="1300"/>
              <a:buNone/>
              <a:defRPr/>
            </a:lvl1pPr>
            <a:lvl2pPr marL="0" lvl="1" indent="0" algn="r">
              <a:lnSpc>
                <a:spcPct val="100000"/>
              </a:lnSpc>
              <a:spcBef>
                <a:spcPts val="0"/>
              </a:spcBef>
              <a:spcAft>
                <a:spcPts val="0"/>
              </a:spcAft>
              <a:buSzPts val="1300"/>
              <a:buNone/>
              <a:defRPr/>
            </a:lvl2pPr>
            <a:lvl3pPr marL="0" lvl="2" indent="0" algn="r">
              <a:lnSpc>
                <a:spcPct val="100000"/>
              </a:lnSpc>
              <a:spcBef>
                <a:spcPts val="0"/>
              </a:spcBef>
              <a:spcAft>
                <a:spcPts val="0"/>
              </a:spcAft>
              <a:buSzPts val="1300"/>
              <a:buNone/>
              <a:defRPr/>
            </a:lvl3pPr>
            <a:lvl4pPr marL="0" lvl="3" indent="0" algn="r">
              <a:lnSpc>
                <a:spcPct val="100000"/>
              </a:lnSpc>
              <a:spcBef>
                <a:spcPts val="0"/>
              </a:spcBef>
              <a:spcAft>
                <a:spcPts val="0"/>
              </a:spcAft>
              <a:buSzPts val="1300"/>
              <a:buNone/>
              <a:defRPr/>
            </a:lvl4pPr>
            <a:lvl5pPr marL="0" lvl="4" indent="0" algn="r">
              <a:lnSpc>
                <a:spcPct val="100000"/>
              </a:lnSpc>
              <a:spcBef>
                <a:spcPts val="0"/>
              </a:spcBef>
              <a:spcAft>
                <a:spcPts val="0"/>
              </a:spcAft>
              <a:buSzPts val="1300"/>
              <a:buNone/>
              <a:defRPr/>
            </a:lvl5pPr>
            <a:lvl6pPr marL="0" lvl="5" indent="0" algn="r">
              <a:lnSpc>
                <a:spcPct val="100000"/>
              </a:lnSpc>
              <a:spcBef>
                <a:spcPts val="0"/>
              </a:spcBef>
              <a:spcAft>
                <a:spcPts val="0"/>
              </a:spcAft>
              <a:buSzPts val="1300"/>
              <a:buNone/>
              <a:defRPr/>
            </a:lvl6pPr>
            <a:lvl7pPr marL="0" lvl="6" indent="0" algn="r">
              <a:lnSpc>
                <a:spcPct val="100000"/>
              </a:lnSpc>
              <a:spcBef>
                <a:spcPts val="0"/>
              </a:spcBef>
              <a:spcAft>
                <a:spcPts val="0"/>
              </a:spcAft>
              <a:buSzPts val="1300"/>
              <a:buNone/>
              <a:defRPr/>
            </a:lvl7pPr>
            <a:lvl8pPr marL="0" lvl="7" indent="0" algn="r">
              <a:lnSpc>
                <a:spcPct val="100000"/>
              </a:lnSpc>
              <a:spcBef>
                <a:spcPts val="0"/>
              </a:spcBef>
              <a:spcAft>
                <a:spcPts val="0"/>
              </a:spcAft>
              <a:buSzPts val="1300"/>
              <a:buNone/>
              <a:defRPr/>
            </a:lvl8pPr>
            <a:lvl9pPr marL="0" lvl="8" indent="0" algn="r">
              <a:lnSpc>
                <a:spcPct val="100000"/>
              </a:lnSpc>
              <a:spcBef>
                <a:spcPts val="0"/>
              </a:spcBef>
              <a:spcAft>
                <a:spcPts val="0"/>
              </a:spcAft>
              <a:buSzPts val="1300"/>
              <a:buNone/>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
        <p:nvSpPr>
          <p:cNvPr id="51" name="Google Shape;51;p6"/>
          <p:cNvSpPr txBox="1">
            <a:spLocks noGrp="1"/>
          </p:cNvSpPr>
          <p:nvPr>
            <p:ph type="title"/>
          </p:nvPr>
        </p:nvSpPr>
        <p:spPr>
          <a:xfrm>
            <a:off x="1972619" y="4955124"/>
            <a:ext cx="7163762" cy="1295400"/>
          </a:xfrm>
          <a:prstGeom prst="rect">
            <a:avLst/>
          </a:prstGeom>
          <a:noFill/>
          <a:ln>
            <a:noFill/>
          </a:ln>
        </p:spPr>
        <p:txBody>
          <a:bodyPr spcFirstLastPara="1" wrap="square" lIns="101875" tIns="50925" rIns="101875" bIns="50925" anchor="t" anchorCtr="0">
            <a:noAutofit/>
          </a:bodyPr>
          <a:lstStyle>
            <a:lvl1pPr lvl="0" algn="r">
              <a:spcBef>
                <a:spcPts val="0"/>
              </a:spcBef>
              <a:spcAft>
                <a:spcPts val="0"/>
              </a:spcAft>
              <a:buSzPts val="2304"/>
              <a:buChar char="*"/>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6"/>
          <p:cNvSpPr txBox="1">
            <a:spLocks noGrp="1"/>
          </p:cNvSpPr>
          <p:nvPr>
            <p:ph type="body" idx="1"/>
          </p:nvPr>
        </p:nvSpPr>
        <p:spPr>
          <a:xfrm>
            <a:off x="1257299" y="829055"/>
            <a:ext cx="3681374" cy="3938016"/>
          </a:xfrm>
          <a:prstGeom prst="rect">
            <a:avLst/>
          </a:prstGeom>
          <a:noFill/>
          <a:ln>
            <a:noFill/>
          </a:ln>
        </p:spPr>
        <p:txBody>
          <a:bodyPr spcFirstLastPara="1" wrap="square" lIns="101875" tIns="50925" rIns="101875" bIns="50925" anchor="t" anchorCtr="0">
            <a:normAutofit/>
          </a:bodyPr>
          <a:lstStyle>
            <a:lvl1pPr marL="457200" lvl="0" indent="-377190" algn="l">
              <a:spcBef>
                <a:spcPts val="360"/>
              </a:spcBef>
              <a:spcAft>
                <a:spcPts val="0"/>
              </a:spcAft>
              <a:buSzPts val="2340"/>
              <a:buChar char="*"/>
              <a:defRPr/>
            </a:lvl1pPr>
            <a:lvl2pPr marL="914400" lvl="1" indent="-377190" algn="l">
              <a:spcBef>
                <a:spcPts val="360"/>
              </a:spcBef>
              <a:spcAft>
                <a:spcPts val="0"/>
              </a:spcAft>
              <a:buSzPts val="2340"/>
              <a:buChar char="*"/>
              <a:defRPr/>
            </a:lvl2pPr>
            <a:lvl3pPr marL="1371600" lvl="2" indent="-377189" algn="l">
              <a:spcBef>
                <a:spcPts val="360"/>
              </a:spcBef>
              <a:spcAft>
                <a:spcPts val="0"/>
              </a:spcAft>
              <a:buSzPts val="2340"/>
              <a:buChar char="*"/>
              <a:defRPr/>
            </a:lvl3pPr>
            <a:lvl4pPr marL="1828800" lvl="3" indent="-377189" algn="l">
              <a:spcBef>
                <a:spcPts val="360"/>
              </a:spcBef>
              <a:spcAft>
                <a:spcPts val="0"/>
              </a:spcAft>
              <a:buSzPts val="2340"/>
              <a:buChar char="*"/>
              <a:defRPr/>
            </a:lvl4pPr>
            <a:lvl5pPr marL="2286000" lvl="4" indent="-377189" algn="l">
              <a:spcBef>
                <a:spcPts val="360"/>
              </a:spcBef>
              <a:spcAft>
                <a:spcPts val="0"/>
              </a:spcAft>
              <a:buSzPts val="2340"/>
              <a:buChar char="*"/>
              <a:defRPr/>
            </a:lvl5pPr>
            <a:lvl6pPr marL="2743200" lvl="5" indent="-377189" algn="l">
              <a:spcBef>
                <a:spcPts val="360"/>
              </a:spcBef>
              <a:spcAft>
                <a:spcPts val="0"/>
              </a:spcAft>
              <a:buSzPts val="2340"/>
              <a:buChar char="*"/>
              <a:defRPr/>
            </a:lvl6pPr>
            <a:lvl7pPr marL="3200400" lvl="6" indent="-377189" algn="l">
              <a:spcBef>
                <a:spcPts val="360"/>
              </a:spcBef>
              <a:spcAft>
                <a:spcPts val="0"/>
              </a:spcAft>
              <a:buSzPts val="2340"/>
              <a:buChar char="*"/>
              <a:defRPr/>
            </a:lvl7pPr>
            <a:lvl8pPr marL="3657600" lvl="7" indent="-377190" algn="l">
              <a:spcBef>
                <a:spcPts val="360"/>
              </a:spcBef>
              <a:spcAft>
                <a:spcPts val="0"/>
              </a:spcAft>
              <a:buSzPts val="2340"/>
              <a:buChar char="*"/>
              <a:defRPr/>
            </a:lvl8pPr>
            <a:lvl9pPr marL="4114800" lvl="8" indent="-377190" algn="l">
              <a:spcBef>
                <a:spcPts val="360"/>
              </a:spcBef>
              <a:spcAft>
                <a:spcPts val="334"/>
              </a:spcAft>
              <a:buSzPts val="2340"/>
              <a:buChar char="*"/>
              <a:defRPr/>
            </a:lvl9pPr>
          </a:lstStyle>
          <a:p>
            <a:endParaRPr/>
          </a:p>
        </p:txBody>
      </p:sp>
      <p:sp>
        <p:nvSpPr>
          <p:cNvPr id="53" name="Google Shape;53;p6"/>
          <p:cNvSpPr txBox="1">
            <a:spLocks noGrp="1"/>
          </p:cNvSpPr>
          <p:nvPr>
            <p:ph type="body" idx="2"/>
          </p:nvPr>
        </p:nvSpPr>
        <p:spPr>
          <a:xfrm>
            <a:off x="5109667" y="829056"/>
            <a:ext cx="3681374" cy="3938016"/>
          </a:xfrm>
          <a:prstGeom prst="rect">
            <a:avLst/>
          </a:prstGeom>
          <a:noFill/>
          <a:ln>
            <a:noFill/>
          </a:ln>
        </p:spPr>
        <p:txBody>
          <a:bodyPr spcFirstLastPara="1" wrap="square" lIns="101875" tIns="50925" rIns="101875" bIns="50925" anchor="t" anchorCtr="0">
            <a:normAutofit/>
          </a:bodyPr>
          <a:lstStyle>
            <a:lvl1pPr marL="457200" lvl="0" indent="-377190" algn="l">
              <a:spcBef>
                <a:spcPts val="360"/>
              </a:spcBef>
              <a:spcAft>
                <a:spcPts val="0"/>
              </a:spcAft>
              <a:buSzPts val="2340"/>
              <a:buChar char="*"/>
              <a:defRPr/>
            </a:lvl1pPr>
            <a:lvl2pPr marL="914400" lvl="1" indent="-377190" algn="l">
              <a:spcBef>
                <a:spcPts val="360"/>
              </a:spcBef>
              <a:spcAft>
                <a:spcPts val="0"/>
              </a:spcAft>
              <a:buSzPts val="2340"/>
              <a:buChar char="*"/>
              <a:defRPr/>
            </a:lvl2pPr>
            <a:lvl3pPr marL="1371600" lvl="2" indent="-377189" algn="l">
              <a:spcBef>
                <a:spcPts val="360"/>
              </a:spcBef>
              <a:spcAft>
                <a:spcPts val="0"/>
              </a:spcAft>
              <a:buSzPts val="2340"/>
              <a:buChar char="*"/>
              <a:defRPr/>
            </a:lvl3pPr>
            <a:lvl4pPr marL="1828800" lvl="3" indent="-377189" algn="l">
              <a:spcBef>
                <a:spcPts val="360"/>
              </a:spcBef>
              <a:spcAft>
                <a:spcPts val="0"/>
              </a:spcAft>
              <a:buSzPts val="2340"/>
              <a:buChar char="*"/>
              <a:defRPr/>
            </a:lvl4pPr>
            <a:lvl5pPr marL="2286000" lvl="4" indent="-377189" algn="l">
              <a:spcBef>
                <a:spcPts val="360"/>
              </a:spcBef>
              <a:spcAft>
                <a:spcPts val="0"/>
              </a:spcAft>
              <a:buSzPts val="2340"/>
              <a:buChar char="*"/>
              <a:defRPr/>
            </a:lvl5pPr>
            <a:lvl6pPr marL="2743200" lvl="5" indent="-377189" algn="l">
              <a:spcBef>
                <a:spcPts val="360"/>
              </a:spcBef>
              <a:spcAft>
                <a:spcPts val="0"/>
              </a:spcAft>
              <a:buSzPts val="2340"/>
              <a:buChar char="*"/>
              <a:defRPr/>
            </a:lvl6pPr>
            <a:lvl7pPr marL="3200400" lvl="6" indent="-377189" algn="l">
              <a:spcBef>
                <a:spcPts val="360"/>
              </a:spcBef>
              <a:spcAft>
                <a:spcPts val="0"/>
              </a:spcAft>
              <a:buSzPts val="2340"/>
              <a:buChar char="*"/>
              <a:defRPr/>
            </a:lvl7pPr>
            <a:lvl8pPr marL="3657600" lvl="7" indent="-377190" algn="l">
              <a:spcBef>
                <a:spcPts val="360"/>
              </a:spcBef>
              <a:spcAft>
                <a:spcPts val="0"/>
              </a:spcAft>
              <a:buSzPts val="2340"/>
              <a:buChar char="*"/>
              <a:defRPr/>
            </a:lvl8pPr>
            <a:lvl9pPr marL="4114800" lvl="8" indent="-377190" algn="l">
              <a:spcBef>
                <a:spcPts val="360"/>
              </a:spcBef>
              <a:spcAft>
                <a:spcPts val="334"/>
              </a:spcAft>
              <a:buSzPts val="234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4"/>
        <p:cNvGrpSpPr/>
        <p:nvPr/>
      </p:nvGrpSpPr>
      <p:grpSpPr>
        <a:xfrm>
          <a:off x="0" y="0"/>
          <a:ext cx="0" cy="0"/>
          <a:chOff x="0" y="0"/>
          <a:chExt cx="0" cy="0"/>
        </a:xfrm>
      </p:grpSpPr>
      <p:sp>
        <p:nvSpPr>
          <p:cNvPr id="55" name="Google Shape;55;p7"/>
          <p:cNvSpPr txBox="1">
            <a:spLocks noGrp="1"/>
          </p:cNvSpPr>
          <p:nvPr>
            <p:ph type="body" idx="1"/>
          </p:nvPr>
        </p:nvSpPr>
        <p:spPr>
          <a:xfrm>
            <a:off x="1257300" y="829056"/>
            <a:ext cx="3681374" cy="725064"/>
          </a:xfrm>
          <a:prstGeom prst="rect">
            <a:avLst/>
          </a:prstGeom>
          <a:noFill/>
          <a:ln>
            <a:noFill/>
          </a:ln>
        </p:spPr>
        <p:txBody>
          <a:bodyPr spcFirstLastPara="1" wrap="square" lIns="101875" tIns="50925" rIns="101875" bIns="50925" anchor="b" anchorCtr="0">
            <a:noAutofit/>
          </a:bodyPr>
          <a:lstStyle>
            <a:lvl1pPr marL="457200" lvl="0" indent="-228600" algn="ctr">
              <a:spcBef>
                <a:spcPts val="540"/>
              </a:spcBef>
              <a:spcAft>
                <a:spcPts val="0"/>
              </a:spcAft>
              <a:buSzPts val="3510"/>
              <a:buNone/>
              <a:defRPr sz="2700" b="1" i="0">
                <a:solidFill>
                  <a:schemeClr val="dk1"/>
                </a:solidFill>
                <a:latin typeface="Trebuchet MS"/>
                <a:ea typeface="Trebuchet MS"/>
                <a:cs typeface="Trebuchet MS"/>
                <a:sym typeface="Trebuchet MS"/>
              </a:defRPr>
            </a:lvl1pPr>
            <a:lvl2pPr marL="914400" lvl="1" indent="-228600" algn="l">
              <a:spcBef>
                <a:spcPts val="440"/>
              </a:spcBef>
              <a:spcAft>
                <a:spcPts val="0"/>
              </a:spcAft>
              <a:buSzPts val="2860"/>
              <a:buNone/>
              <a:defRPr sz="2200" b="1"/>
            </a:lvl2pPr>
            <a:lvl3pPr marL="1371600" lvl="2" indent="-228600" algn="l">
              <a:spcBef>
                <a:spcPts val="400"/>
              </a:spcBef>
              <a:spcAft>
                <a:spcPts val="0"/>
              </a:spcAft>
              <a:buSzPts val="2600"/>
              <a:buNone/>
              <a:defRPr sz="2000" b="1"/>
            </a:lvl3pPr>
            <a:lvl4pPr marL="1828800" lvl="3" indent="-228600" algn="l">
              <a:spcBef>
                <a:spcPts val="360"/>
              </a:spcBef>
              <a:spcAft>
                <a:spcPts val="0"/>
              </a:spcAft>
              <a:buSzPts val="2340"/>
              <a:buNone/>
              <a:defRPr sz="1800" b="1"/>
            </a:lvl4pPr>
            <a:lvl5pPr marL="2286000" lvl="4" indent="-228600" algn="l">
              <a:spcBef>
                <a:spcPts val="360"/>
              </a:spcBef>
              <a:spcAft>
                <a:spcPts val="0"/>
              </a:spcAft>
              <a:buSzPts val="2340"/>
              <a:buNone/>
              <a:defRPr sz="1800" b="1"/>
            </a:lvl5pPr>
            <a:lvl6pPr marL="2743200" lvl="5" indent="-228600" algn="l">
              <a:spcBef>
                <a:spcPts val="360"/>
              </a:spcBef>
              <a:spcAft>
                <a:spcPts val="0"/>
              </a:spcAft>
              <a:buSzPts val="2340"/>
              <a:buNone/>
              <a:defRPr sz="1800" b="1"/>
            </a:lvl6pPr>
            <a:lvl7pPr marL="3200400" lvl="6" indent="-228600" algn="l">
              <a:spcBef>
                <a:spcPts val="360"/>
              </a:spcBef>
              <a:spcAft>
                <a:spcPts val="0"/>
              </a:spcAft>
              <a:buSzPts val="2340"/>
              <a:buNone/>
              <a:defRPr sz="1800" b="1"/>
            </a:lvl7pPr>
            <a:lvl8pPr marL="3657600" lvl="7" indent="-228600" algn="l">
              <a:spcBef>
                <a:spcPts val="360"/>
              </a:spcBef>
              <a:spcAft>
                <a:spcPts val="0"/>
              </a:spcAft>
              <a:buSzPts val="2340"/>
              <a:buNone/>
              <a:defRPr sz="1800" b="1"/>
            </a:lvl8pPr>
            <a:lvl9pPr marL="4114800" lvl="8" indent="-228600" algn="l">
              <a:spcBef>
                <a:spcPts val="360"/>
              </a:spcBef>
              <a:spcAft>
                <a:spcPts val="334"/>
              </a:spcAft>
              <a:buSzPts val="2340"/>
              <a:buNone/>
              <a:defRPr sz="1800" b="1"/>
            </a:lvl9pPr>
          </a:lstStyle>
          <a:p>
            <a:endParaRPr/>
          </a:p>
        </p:txBody>
      </p:sp>
      <p:sp>
        <p:nvSpPr>
          <p:cNvPr id="56" name="Google Shape;56;p7"/>
          <p:cNvSpPr txBox="1">
            <a:spLocks noGrp="1"/>
          </p:cNvSpPr>
          <p:nvPr>
            <p:ph type="body" idx="2"/>
          </p:nvPr>
        </p:nvSpPr>
        <p:spPr>
          <a:xfrm>
            <a:off x="1272092" y="1587037"/>
            <a:ext cx="3681374" cy="3108960"/>
          </a:xfrm>
          <a:prstGeom prst="rect">
            <a:avLst/>
          </a:prstGeom>
          <a:noFill/>
          <a:ln>
            <a:noFill/>
          </a:ln>
        </p:spPr>
        <p:txBody>
          <a:bodyPr spcFirstLastPara="1" wrap="square" lIns="101875" tIns="50925" rIns="101875" bIns="50925" anchor="t" anchorCtr="0">
            <a:normAutofit/>
          </a:bodyPr>
          <a:lstStyle>
            <a:lvl1pPr marL="457200" lvl="0" indent="-393700" algn="l">
              <a:spcBef>
                <a:spcPts val="400"/>
              </a:spcBef>
              <a:spcAft>
                <a:spcPts val="0"/>
              </a:spcAft>
              <a:buSzPts val="2600"/>
              <a:buChar char="*"/>
              <a:defRPr sz="2000"/>
            </a:lvl1pPr>
            <a:lvl2pPr marL="914400" lvl="1" indent="-393700" algn="l">
              <a:spcBef>
                <a:spcPts val="400"/>
              </a:spcBef>
              <a:spcAft>
                <a:spcPts val="0"/>
              </a:spcAft>
              <a:buSzPts val="2600"/>
              <a:buChar char="*"/>
              <a:defRPr sz="2000"/>
            </a:lvl2pPr>
            <a:lvl3pPr marL="1371600" lvl="2" indent="-377189" algn="l">
              <a:spcBef>
                <a:spcPts val="360"/>
              </a:spcBef>
              <a:spcAft>
                <a:spcPts val="0"/>
              </a:spcAft>
              <a:buSzPts val="2340"/>
              <a:buChar char="*"/>
              <a:defRPr sz="1800"/>
            </a:lvl3pPr>
            <a:lvl4pPr marL="1828800" lvl="3" indent="-377189" algn="l">
              <a:spcBef>
                <a:spcPts val="360"/>
              </a:spcBef>
              <a:spcAft>
                <a:spcPts val="0"/>
              </a:spcAft>
              <a:buSzPts val="2340"/>
              <a:buChar char="*"/>
              <a:defRPr sz="1800"/>
            </a:lvl4pPr>
            <a:lvl5pPr marL="2286000" lvl="4" indent="-377189" algn="l">
              <a:spcBef>
                <a:spcPts val="360"/>
              </a:spcBef>
              <a:spcAft>
                <a:spcPts val="0"/>
              </a:spcAft>
              <a:buSzPts val="2340"/>
              <a:buChar char="*"/>
              <a:defRPr sz="1800"/>
            </a:lvl5pPr>
            <a:lvl6pPr marL="2743200" lvl="5" indent="-377189" algn="l">
              <a:spcBef>
                <a:spcPts val="360"/>
              </a:spcBef>
              <a:spcAft>
                <a:spcPts val="0"/>
              </a:spcAft>
              <a:buSzPts val="2340"/>
              <a:buChar char="*"/>
              <a:defRPr sz="1800"/>
            </a:lvl6pPr>
            <a:lvl7pPr marL="3200400" lvl="6" indent="-377189" algn="l">
              <a:spcBef>
                <a:spcPts val="360"/>
              </a:spcBef>
              <a:spcAft>
                <a:spcPts val="0"/>
              </a:spcAft>
              <a:buSzPts val="2340"/>
              <a:buChar char="*"/>
              <a:defRPr sz="1800"/>
            </a:lvl7pPr>
            <a:lvl8pPr marL="3657600" lvl="7" indent="-377190" algn="l">
              <a:spcBef>
                <a:spcPts val="360"/>
              </a:spcBef>
              <a:spcAft>
                <a:spcPts val="0"/>
              </a:spcAft>
              <a:buSzPts val="2340"/>
              <a:buChar char="*"/>
              <a:defRPr sz="1800"/>
            </a:lvl8pPr>
            <a:lvl9pPr marL="4114800" lvl="8" indent="-377190" algn="l">
              <a:spcBef>
                <a:spcPts val="360"/>
              </a:spcBef>
              <a:spcAft>
                <a:spcPts val="334"/>
              </a:spcAft>
              <a:buSzPts val="2340"/>
              <a:buChar char="*"/>
              <a:defRPr sz="1800"/>
            </a:lvl9pPr>
          </a:lstStyle>
          <a:p>
            <a:endParaRPr/>
          </a:p>
        </p:txBody>
      </p:sp>
      <p:sp>
        <p:nvSpPr>
          <p:cNvPr id="57" name="Google Shape;57;p7"/>
          <p:cNvSpPr txBox="1">
            <a:spLocks noGrp="1"/>
          </p:cNvSpPr>
          <p:nvPr>
            <p:ph type="body" idx="3"/>
          </p:nvPr>
        </p:nvSpPr>
        <p:spPr>
          <a:xfrm>
            <a:off x="5112032" y="829056"/>
            <a:ext cx="3681374" cy="725064"/>
          </a:xfrm>
          <a:prstGeom prst="rect">
            <a:avLst/>
          </a:prstGeom>
          <a:noFill/>
          <a:ln>
            <a:noFill/>
          </a:ln>
        </p:spPr>
        <p:txBody>
          <a:bodyPr spcFirstLastPara="1" wrap="square" lIns="101875" tIns="50925" rIns="101875" bIns="50925" anchor="b" anchorCtr="0">
            <a:noAutofit/>
          </a:bodyPr>
          <a:lstStyle>
            <a:lvl1pPr marL="457200" lvl="0" indent="-228600" algn="ctr">
              <a:spcBef>
                <a:spcPts val="540"/>
              </a:spcBef>
              <a:spcAft>
                <a:spcPts val="0"/>
              </a:spcAft>
              <a:buSzPts val="3510"/>
              <a:buNone/>
              <a:defRPr sz="2700" b="1" i="0">
                <a:solidFill>
                  <a:schemeClr val="dk1"/>
                </a:solidFill>
                <a:latin typeface="Trebuchet MS"/>
                <a:ea typeface="Trebuchet MS"/>
                <a:cs typeface="Trebuchet MS"/>
                <a:sym typeface="Trebuchet MS"/>
              </a:defRPr>
            </a:lvl1pPr>
            <a:lvl2pPr marL="914400" lvl="1" indent="-228600" algn="l">
              <a:spcBef>
                <a:spcPts val="440"/>
              </a:spcBef>
              <a:spcAft>
                <a:spcPts val="0"/>
              </a:spcAft>
              <a:buSzPts val="2860"/>
              <a:buNone/>
              <a:defRPr sz="2200" b="1"/>
            </a:lvl2pPr>
            <a:lvl3pPr marL="1371600" lvl="2" indent="-228600" algn="l">
              <a:spcBef>
                <a:spcPts val="400"/>
              </a:spcBef>
              <a:spcAft>
                <a:spcPts val="0"/>
              </a:spcAft>
              <a:buSzPts val="2600"/>
              <a:buNone/>
              <a:defRPr sz="2000" b="1"/>
            </a:lvl3pPr>
            <a:lvl4pPr marL="1828800" lvl="3" indent="-228600" algn="l">
              <a:spcBef>
                <a:spcPts val="360"/>
              </a:spcBef>
              <a:spcAft>
                <a:spcPts val="0"/>
              </a:spcAft>
              <a:buSzPts val="2340"/>
              <a:buNone/>
              <a:defRPr sz="1800" b="1"/>
            </a:lvl4pPr>
            <a:lvl5pPr marL="2286000" lvl="4" indent="-228600" algn="l">
              <a:spcBef>
                <a:spcPts val="360"/>
              </a:spcBef>
              <a:spcAft>
                <a:spcPts val="0"/>
              </a:spcAft>
              <a:buSzPts val="2340"/>
              <a:buNone/>
              <a:defRPr sz="1800" b="1"/>
            </a:lvl5pPr>
            <a:lvl6pPr marL="2743200" lvl="5" indent="-228600" algn="l">
              <a:spcBef>
                <a:spcPts val="360"/>
              </a:spcBef>
              <a:spcAft>
                <a:spcPts val="0"/>
              </a:spcAft>
              <a:buSzPts val="2340"/>
              <a:buNone/>
              <a:defRPr sz="1800" b="1"/>
            </a:lvl6pPr>
            <a:lvl7pPr marL="3200400" lvl="6" indent="-228600" algn="l">
              <a:spcBef>
                <a:spcPts val="360"/>
              </a:spcBef>
              <a:spcAft>
                <a:spcPts val="0"/>
              </a:spcAft>
              <a:buSzPts val="2340"/>
              <a:buNone/>
              <a:defRPr sz="1800" b="1"/>
            </a:lvl7pPr>
            <a:lvl8pPr marL="3657600" lvl="7" indent="-228600" algn="l">
              <a:spcBef>
                <a:spcPts val="360"/>
              </a:spcBef>
              <a:spcAft>
                <a:spcPts val="0"/>
              </a:spcAft>
              <a:buSzPts val="2340"/>
              <a:buNone/>
              <a:defRPr sz="1800" b="1"/>
            </a:lvl8pPr>
            <a:lvl9pPr marL="4114800" lvl="8" indent="-228600" algn="l">
              <a:spcBef>
                <a:spcPts val="360"/>
              </a:spcBef>
              <a:spcAft>
                <a:spcPts val="334"/>
              </a:spcAft>
              <a:buSzPts val="2340"/>
              <a:buNone/>
              <a:defRPr sz="1800" b="1"/>
            </a:lvl9pPr>
          </a:lstStyle>
          <a:p>
            <a:endParaRPr/>
          </a:p>
        </p:txBody>
      </p:sp>
      <p:sp>
        <p:nvSpPr>
          <p:cNvPr id="58" name="Google Shape;58;p7"/>
          <p:cNvSpPr txBox="1">
            <a:spLocks noGrp="1"/>
          </p:cNvSpPr>
          <p:nvPr>
            <p:ph type="body" idx="4"/>
          </p:nvPr>
        </p:nvSpPr>
        <p:spPr>
          <a:xfrm>
            <a:off x="5109528" y="1585570"/>
            <a:ext cx="3681374" cy="3108960"/>
          </a:xfrm>
          <a:prstGeom prst="rect">
            <a:avLst/>
          </a:prstGeom>
          <a:noFill/>
          <a:ln>
            <a:noFill/>
          </a:ln>
        </p:spPr>
        <p:txBody>
          <a:bodyPr spcFirstLastPara="1" wrap="square" lIns="101875" tIns="50925" rIns="101875" bIns="50925" anchor="t" anchorCtr="0">
            <a:normAutofit/>
          </a:bodyPr>
          <a:lstStyle>
            <a:lvl1pPr marL="457200" lvl="0" indent="-393700" algn="l">
              <a:spcBef>
                <a:spcPts val="400"/>
              </a:spcBef>
              <a:spcAft>
                <a:spcPts val="0"/>
              </a:spcAft>
              <a:buSzPts val="2600"/>
              <a:buChar char="*"/>
              <a:defRPr sz="2000"/>
            </a:lvl1pPr>
            <a:lvl2pPr marL="914400" lvl="1" indent="-393700" algn="l">
              <a:spcBef>
                <a:spcPts val="400"/>
              </a:spcBef>
              <a:spcAft>
                <a:spcPts val="0"/>
              </a:spcAft>
              <a:buSzPts val="2600"/>
              <a:buChar char="*"/>
              <a:defRPr sz="2000"/>
            </a:lvl2pPr>
            <a:lvl3pPr marL="1371600" lvl="2" indent="-377189" algn="l">
              <a:spcBef>
                <a:spcPts val="360"/>
              </a:spcBef>
              <a:spcAft>
                <a:spcPts val="0"/>
              </a:spcAft>
              <a:buSzPts val="2340"/>
              <a:buChar char="*"/>
              <a:defRPr sz="1800"/>
            </a:lvl3pPr>
            <a:lvl4pPr marL="1828800" lvl="3" indent="-377189" algn="l">
              <a:spcBef>
                <a:spcPts val="360"/>
              </a:spcBef>
              <a:spcAft>
                <a:spcPts val="0"/>
              </a:spcAft>
              <a:buSzPts val="2340"/>
              <a:buChar char="*"/>
              <a:defRPr sz="1800"/>
            </a:lvl4pPr>
            <a:lvl5pPr marL="2286000" lvl="4" indent="-377189" algn="l">
              <a:spcBef>
                <a:spcPts val="360"/>
              </a:spcBef>
              <a:spcAft>
                <a:spcPts val="0"/>
              </a:spcAft>
              <a:buSzPts val="2340"/>
              <a:buChar char="*"/>
              <a:defRPr sz="1800"/>
            </a:lvl5pPr>
            <a:lvl6pPr marL="2743200" lvl="5" indent="-377189" algn="l">
              <a:spcBef>
                <a:spcPts val="360"/>
              </a:spcBef>
              <a:spcAft>
                <a:spcPts val="0"/>
              </a:spcAft>
              <a:buSzPts val="2340"/>
              <a:buChar char="*"/>
              <a:defRPr sz="1800"/>
            </a:lvl6pPr>
            <a:lvl7pPr marL="3200400" lvl="6" indent="-377189" algn="l">
              <a:spcBef>
                <a:spcPts val="360"/>
              </a:spcBef>
              <a:spcAft>
                <a:spcPts val="0"/>
              </a:spcAft>
              <a:buSzPts val="2340"/>
              <a:buChar char="*"/>
              <a:defRPr sz="1800"/>
            </a:lvl7pPr>
            <a:lvl8pPr marL="3657600" lvl="7" indent="-377190" algn="l">
              <a:spcBef>
                <a:spcPts val="360"/>
              </a:spcBef>
              <a:spcAft>
                <a:spcPts val="0"/>
              </a:spcAft>
              <a:buSzPts val="2340"/>
              <a:buChar char="*"/>
              <a:defRPr sz="1800"/>
            </a:lvl8pPr>
            <a:lvl9pPr marL="4114800" lvl="8" indent="-377190" algn="l">
              <a:spcBef>
                <a:spcPts val="360"/>
              </a:spcBef>
              <a:spcAft>
                <a:spcPts val="334"/>
              </a:spcAft>
              <a:buSzPts val="2340"/>
              <a:buChar char="*"/>
              <a:defRPr sz="1800"/>
            </a:lvl9pPr>
          </a:lstStyle>
          <a:p>
            <a:endParaRPr/>
          </a:p>
        </p:txBody>
      </p:sp>
      <p:sp>
        <p:nvSpPr>
          <p:cNvPr id="59" name="Google Shape;59;p7"/>
          <p:cNvSpPr txBox="1">
            <a:spLocks noGrp="1"/>
          </p:cNvSpPr>
          <p:nvPr>
            <p:ph type="dt" idx="10"/>
          </p:nvPr>
        </p:nvSpPr>
        <p:spPr>
          <a:xfrm>
            <a:off x="6789420" y="6995161"/>
            <a:ext cx="2766060" cy="413808"/>
          </a:xfrm>
          <a:prstGeom prst="rect">
            <a:avLst/>
          </a:prstGeom>
          <a:noFill/>
          <a:ln>
            <a:noFill/>
          </a:ln>
        </p:spPr>
        <p:txBody>
          <a:bodyPr spcFirstLastPara="1" wrap="square" lIns="101875" tIns="50925" rIns="101875" bIns="50925"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7"/>
          <p:cNvSpPr txBox="1">
            <a:spLocks noGrp="1"/>
          </p:cNvSpPr>
          <p:nvPr>
            <p:ph type="ftr" idx="11"/>
          </p:nvPr>
        </p:nvSpPr>
        <p:spPr>
          <a:xfrm>
            <a:off x="502920" y="6995161"/>
            <a:ext cx="3688081" cy="413808"/>
          </a:xfrm>
          <a:prstGeom prst="rect">
            <a:avLst/>
          </a:prstGeom>
          <a:noFill/>
          <a:ln>
            <a:noFill/>
          </a:ln>
        </p:spPr>
        <p:txBody>
          <a:bodyPr spcFirstLastPara="1" wrap="square" lIns="101875" tIns="50925" rIns="101875" bIns="509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7"/>
          <p:cNvSpPr txBox="1">
            <a:spLocks noGrp="1"/>
          </p:cNvSpPr>
          <p:nvPr>
            <p:ph type="sldNum" idx="12"/>
          </p:nvPr>
        </p:nvSpPr>
        <p:spPr>
          <a:xfrm>
            <a:off x="4191000" y="6995161"/>
            <a:ext cx="2011680" cy="413808"/>
          </a:xfrm>
          <a:prstGeom prst="rect">
            <a:avLst/>
          </a:prstGeom>
          <a:noFill/>
          <a:ln>
            <a:noFill/>
          </a:ln>
        </p:spPr>
        <p:txBody>
          <a:bodyPr spcFirstLastPara="1" wrap="square" lIns="101875" tIns="50925" rIns="101875" bIns="50925" anchor="ctr" anchorCtr="0">
            <a:noAutofit/>
          </a:bodyPr>
          <a:lstStyle>
            <a:lvl1pPr marL="0" lvl="0" indent="0" algn="r">
              <a:lnSpc>
                <a:spcPct val="100000"/>
              </a:lnSpc>
              <a:spcBef>
                <a:spcPts val="0"/>
              </a:spcBef>
              <a:spcAft>
                <a:spcPts val="0"/>
              </a:spcAft>
              <a:buSzPts val="1300"/>
              <a:buNone/>
              <a:defRPr/>
            </a:lvl1pPr>
            <a:lvl2pPr marL="0" lvl="1" indent="0" algn="r">
              <a:lnSpc>
                <a:spcPct val="100000"/>
              </a:lnSpc>
              <a:spcBef>
                <a:spcPts val="0"/>
              </a:spcBef>
              <a:spcAft>
                <a:spcPts val="0"/>
              </a:spcAft>
              <a:buSzPts val="1300"/>
              <a:buNone/>
              <a:defRPr/>
            </a:lvl2pPr>
            <a:lvl3pPr marL="0" lvl="2" indent="0" algn="r">
              <a:lnSpc>
                <a:spcPct val="100000"/>
              </a:lnSpc>
              <a:spcBef>
                <a:spcPts val="0"/>
              </a:spcBef>
              <a:spcAft>
                <a:spcPts val="0"/>
              </a:spcAft>
              <a:buSzPts val="1300"/>
              <a:buNone/>
              <a:defRPr/>
            </a:lvl3pPr>
            <a:lvl4pPr marL="0" lvl="3" indent="0" algn="r">
              <a:lnSpc>
                <a:spcPct val="100000"/>
              </a:lnSpc>
              <a:spcBef>
                <a:spcPts val="0"/>
              </a:spcBef>
              <a:spcAft>
                <a:spcPts val="0"/>
              </a:spcAft>
              <a:buSzPts val="1300"/>
              <a:buNone/>
              <a:defRPr/>
            </a:lvl4pPr>
            <a:lvl5pPr marL="0" lvl="4" indent="0" algn="r">
              <a:lnSpc>
                <a:spcPct val="100000"/>
              </a:lnSpc>
              <a:spcBef>
                <a:spcPts val="0"/>
              </a:spcBef>
              <a:spcAft>
                <a:spcPts val="0"/>
              </a:spcAft>
              <a:buSzPts val="1300"/>
              <a:buNone/>
              <a:defRPr/>
            </a:lvl5pPr>
            <a:lvl6pPr marL="0" lvl="5" indent="0" algn="r">
              <a:lnSpc>
                <a:spcPct val="100000"/>
              </a:lnSpc>
              <a:spcBef>
                <a:spcPts val="0"/>
              </a:spcBef>
              <a:spcAft>
                <a:spcPts val="0"/>
              </a:spcAft>
              <a:buSzPts val="1300"/>
              <a:buNone/>
              <a:defRPr/>
            </a:lvl6pPr>
            <a:lvl7pPr marL="0" lvl="6" indent="0" algn="r">
              <a:lnSpc>
                <a:spcPct val="100000"/>
              </a:lnSpc>
              <a:spcBef>
                <a:spcPts val="0"/>
              </a:spcBef>
              <a:spcAft>
                <a:spcPts val="0"/>
              </a:spcAft>
              <a:buSzPts val="1300"/>
              <a:buNone/>
              <a:defRPr/>
            </a:lvl7pPr>
            <a:lvl8pPr marL="0" lvl="7" indent="0" algn="r">
              <a:lnSpc>
                <a:spcPct val="100000"/>
              </a:lnSpc>
              <a:spcBef>
                <a:spcPts val="0"/>
              </a:spcBef>
              <a:spcAft>
                <a:spcPts val="0"/>
              </a:spcAft>
              <a:buSzPts val="1300"/>
              <a:buNone/>
              <a:defRPr/>
            </a:lvl8pPr>
            <a:lvl9pPr marL="0" lvl="8" indent="0" algn="r">
              <a:lnSpc>
                <a:spcPct val="100000"/>
              </a:lnSpc>
              <a:spcBef>
                <a:spcPts val="0"/>
              </a:spcBef>
              <a:spcAft>
                <a:spcPts val="0"/>
              </a:spcAft>
              <a:buSzPts val="1300"/>
              <a:buNone/>
              <a:defRPr/>
            </a:lvl9pPr>
          </a:lstStyle>
          <a:p>
            <a:pPr marL="0" lvl="0" indent="0" algn="r" rtl="0">
              <a:spcBef>
                <a:spcPts val="0"/>
              </a:spcBef>
              <a:spcAft>
                <a:spcPts val="0"/>
              </a:spcAft>
              <a:buNone/>
            </a:pPr>
            <a:fld id="{00000000-1234-1234-1234-123412341234}" type="slidenum">
              <a:rPr lang="en-US"/>
              <a:t>‹#›</a:t>
            </a:fld>
            <a:endParaRPr b="0" u="none"/>
          </a:p>
        </p:txBody>
      </p:sp>
      <p:sp>
        <p:nvSpPr>
          <p:cNvPr id="62" name="Google Shape;62;p7"/>
          <p:cNvSpPr txBox="1">
            <a:spLocks noGrp="1"/>
          </p:cNvSpPr>
          <p:nvPr>
            <p:ph type="title"/>
          </p:nvPr>
        </p:nvSpPr>
        <p:spPr>
          <a:xfrm>
            <a:off x="1972619" y="4955124"/>
            <a:ext cx="7163762" cy="1295400"/>
          </a:xfrm>
          <a:prstGeom prst="rect">
            <a:avLst/>
          </a:prstGeom>
          <a:noFill/>
          <a:ln>
            <a:noFill/>
          </a:ln>
        </p:spPr>
        <p:txBody>
          <a:bodyPr spcFirstLastPara="1" wrap="square" lIns="101875" tIns="50925" rIns="101875" bIns="50925" anchor="t" anchorCtr="0">
            <a:noAutofit/>
          </a:bodyPr>
          <a:lstStyle>
            <a:lvl1pPr lvl="0" algn="r">
              <a:spcBef>
                <a:spcPts val="0"/>
              </a:spcBef>
              <a:spcAft>
                <a:spcPts val="0"/>
              </a:spcAft>
              <a:buSzPts val="2304"/>
              <a:buChar char="*"/>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3"/>
        <p:cNvGrpSpPr/>
        <p:nvPr/>
      </p:nvGrpSpPr>
      <p:grpSpPr>
        <a:xfrm>
          <a:off x="0" y="0"/>
          <a:ext cx="0" cy="0"/>
          <a:chOff x="0" y="0"/>
          <a:chExt cx="0" cy="0"/>
        </a:xfrm>
      </p:grpSpPr>
      <p:sp>
        <p:nvSpPr>
          <p:cNvPr id="64" name="Google Shape;64;p8"/>
          <p:cNvSpPr txBox="1">
            <a:spLocks noGrp="1"/>
          </p:cNvSpPr>
          <p:nvPr>
            <p:ph type="title"/>
          </p:nvPr>
        </p:nvSpPr>
        <p:spPr>
          <a:xfrm>
            <a:off x="1972619" y="4955124"/>
            <a:ext cx="7163762" cy="1295400"/>
          </a:xfrm>
          <a:prstGeom prst="rect">
            <a:avLst/>
          </a:prstGeom>
          <a:noFill/>
          <a:ln>
            <a:noFill/>
          </a:ln>
        </p:spPr>
        <p:txBody>
          <a:bodyPr spcFirstLastPara="1" wrap="square" lIns="101875" tIns="50925" rIns="101875" bIns="50925" anchor="t" anchorCtr="0">
            <a:noAutofit/>
          </a:bodyPr>
          <a:lstStyle>
            <a:lvl1pPr lvl="0" algn="r">
              <a:spcBef>
                <a:spcPts val="0"/>
              </a:spcBef>
              <a:spcAft>
                <a:spcPts val="0"/>
              </a:spcAft>
              <a:buSzPts val="2304"/>
              <a:buChar char="*"/>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8"/>
          <p:cNvSpPr txBox="1">
            <a:spLocks noGrp="1"/>
          </p:cNvSpPr>
          <p:nvPr>
            <p:ph type="dt" idx="10"/>
          </p:nvPr>
        </p:nvSpPr>
        <p:spPr>
          <a:xfrm>
            <a:off x="6789420" y="6995161"/>
            <a:ext cx="2766060" cy="413808"/>
          </a:xfrm>
          <a:prstGeom prst="rect">
            <a:avLst/>
          </a:prstGeom>
          <a:noFill/>
          <a:ln>
            <a:noFill/>
          </a:ln>
        </p:spPr>
        <p:txBody>
          <a:bodyPr spcFirstLastPara="1" wrap="square" lIns="101875" tIns="50925" rIns="101875" bIns="50925"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
          <p:cNvSpPr txBox="1">
            <a:spLocks noGrp="1"/>
          </p:cNvSpPr>
          <p:nvPr>
            <p:ph type="ftr" idx="11"/>
          </p:nvPr>
        </p:nvSpPr>
        <p:spPr>
          <a:xfrm>
            <a:off x="502920" y="6995161"/>
            <a:ext cx="3688081" cy="413808"/>
          </a:xfrm>
          <a:prstGeom prst="rect">
            <a:avLst/>
          </a:prstGeom>
          <a:noFill/>
          <a:ln>
            <a:noFill/>
          </a:ln>
        </p:spPr>
        <p:txBody>
          <a:bodyPr spcFirstLastPara="1" wrap="square" lIns="101875" tIns="50925" rIns="101875" bIns="509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8"/>
          <p:cNvSpPr txBox="1">
            <a:spLocks noGrp="1"/>
          </p:cNvSpPr>
          <p:nvPr>
            <p:ph type="sldNum" idx="12"/>
          </p:nvPr>
        </p:nvSpPr>
        <p:spPr>
          <a:xfrm>
            <a:off x="4191000" y="6995161"/>
            <a:ext cx="2011680" cy="413808"/>
          </a:xfrm>
          <a:prstGeom prst="rect">
            <a:avLst/>
          </a:prstGeom>
          <a:noFill/>
          <a:ln>
            <a:noFill/>
          </a:ln>
        </p:spPr>
        <p:txBody>
          <a:bodyPr spcFirstLastPara="1" wrap="square" lIns="101875" tIns="50925" rIns="101875" bIns="50925" anchor="ctr" anchorCtr="0">
            <a:noAutofit/>
          </a:bodyPr>
          <a:lstStyle>
            <a:lvl1pPr marL="0" lvl="0" indent="0" algn="r">
              <a:lnSpc>
                <a:spcPct val="100000"/>
              </a:lnSpc>
              <a:spcBef>
                <a:spcPts val="0"/>
              </a:spcBef>
              <a:spcAft>
                <a:spcPts val="0"/>
              </a:spcAft>
              <a:buSzPts val="1300"/>
              <a:buNone/>
              <a:defRPr/>
            </a:lvl1pPr>
            <a:lvl2pPr marL="0" lvl="1" indent="0" algn="r">
              <a:lnSpc>
                <a:spcPct val="100000"/>
              </a:lnSpc>
              <a:spcBef>
                <a:spcPts val="0"/>
              </a:spcBef>
              <a:spcAft>
                <a:spcPts val="0"/>
              </a:spcAft>
              <a:buSzPts val="1300"/>
              <a:buNone/>
              <a:defRPr/>
            </a:lvl2pPr>
            <a:lvl3pPr marL="0" lvl="2" indent="0" algn="r">
              <a:lnSpc>
                <a:spcPct val="100000"/>
              </a:lnSpc>
              <a:spcBef>
                <a:spcPts val="0"/>
              </a:spcBef>
              <a:spcAft>
                <a:spcPts val="0"/>
              </a:spcAft>
              <a:buSzPts val="1300"/>
              <a:buNone/>
              <a:defRPr/>
            </a:lvl3pPr>
            <a:lvl4pPr marL="0" lvl="3" indent="0" algn="r">
              <a:lnSpc>
                <a:spcPct val="100000"/>
              </a:lnSpc>
              <a:spcBef>
                <a:spcPts val="0"/>
              </a:spcBef>
              <a:spcAft>
                <a:spcPts val="0"/>
              </a:spcAft>
              <a:buSzPts val="1300"/>
              <a:buNone/>
              <a:defRPr/>
            </a:lvl4pPr>
            <a:lvl5pPr marL="0" lvl="4" indent="0" algn="r">
              <a:lnSpc>
                <a:spcPct val="100000"/>
              </a:lnSpc>
              <a:spcBef>
                <a:spcPts val="0"/>
              </a:spcBef>
              <a:spcAft>
                <a:spcPts val="0"/>
              </a:spcAft>
              <a:buSzPts val="1300"/>
              <a:buNone/>
              <a:defRPr/>
            </a:lvl5pPr>
            <a:lvl6pPr marL="0" lvl="5" indent="0" algn="r">
              <a:lnSpc>
                <a:spcPct val="100000"/>
              </a:lnSpc>
              <a:spcBef>
                <a:spcPts val="0"/>
              </a:spcBef>
              <a:spcAft>
                <a:spcPts val="0"/>
              </a:spcAft>
              <a:buSzPts val="1300"/>
              <a:buNone/>
              <a:defRPr/>
            </a:lvl6pPr>
            <a:lvl7pPr marL="0" lvl="6" indent="0" algn="r">
              <a:lnSpc>
                <a:spcPct val="100000"/>
              </a:lnSpc>
              <a:spcBef>
                <a:spcPts val="0"/>
              </a:spcBef>
              <a:spcAft>
                <a:spcPts val="0"/>
              </a:spcAft>
              <a:buSzPts val="1300"/>
              <a:buNone/>
              <a:defRPr/>
            </a:lvl7pPr>
            <a:lvl8pPr marL="0" lvl="7" indent="0" algn="r">
              <a:lnSpc>
                <a:spcPct val="100000"/>
              </a:lnSpc>
              <a:spcBef>
                <a:spcPts val="0"/>
              </a:spcBef>
              <a:spcAft>
                <a:spcPts val="0"/>
              </a:spcAft>
              <a:buSzPts val="1300"/>
              <a:buNone/>
              <a:defRPr/>
            </a:lvl8pPr>
            <a:lvl9pPr marL="0" lvl="8" indent="0" algn="r">
              <a:lnSpc>
                <a:spcPct val="100000"/>
              </a:lnSpc>
              <a:spcBef>
                <a:spcPts val="0"/>
              </a:spcBef>
              <a:spcAft>
                <a:spcPts val="0"/>
              </a:spcAft>
              <a:buSzPts val="1300"/>
              <a:buNone/>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8"/>
        <p:cNvGrpSpPr/>
        <p:nvPr/>
      </p:nvGrpSpPr>
      <p:grpSpPr>
        <a:xfrm>
          <a:off x="0" y="0"/>
          <a:ext cx="0" cy="0"/>
          <a:chOff x="0" y="0"/>
          <a:chExt cx="0" cy="0"/>
        </a:xfrm>
      </p:grpSpPr>
      <p:sp>
        <p:nvSpPr>
          <p:cNvPr id="69" name="Google Shape;69;p9"/>
          <p:cNvSpPr txBox="1">
            <a:spLocks noGrp="1"/>
          </p:cNvSpPr>
          <p:nvPr>
            <p:ph type="dt" idx="10"/>
          </p:nvPr>
        </p:nvSpPr>
        <p:spPr>
          <a:xfrm>
            <a:off x="6789420" y="6995161"/>
            <a:ext cx="2766060" cy="413808"/>
          </a:xfrm>
          <a:prstGeom prst="rect">
            <a:avLst/>
          </a:prstGeom>
          <a:noFill/>
          <a:ln>
            <a:noFill/>
          </a:ln>
        </p:spPr>
        <p:txBody>
          <a:bodyPr spcFirstLastPara="1" wrap="square" lIns="101875" tIns="50925" rIns="101875" bIns="50925"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9"/>
          <p:cNvSpPr txBox="1">
            <a:spLocks noGrp="1"/>
          </p:cNvSpPr>
          <p:nvPr>
            <p:ph type="ftr" idx="11"/>
          </p:nvPr>
        </p:nvSpPr>
        <p:spPr>
          <a:xfrm>
            <a:off x="502920" y="6995161"/>
            <a:ext cx="3688081" cy="413808"/>
          </a:xfrm>
          <a:prstGeom prst="rect">
            <a:avLst/>
          </a:prstGeom>
          <a:noFill/>
          <a:ln>
            <a:noFill/>
          </a:ln>
        </p:spPr>
        <p:txBody>
          <a:bodyPr spcFirstLastPara="1" wrap="square" lIns="101875" tIns="50925" rIns="101875" bIns="509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9"/>
          <p:cNvSpPr txBox="1">
            <a:spLocks noGrp="1"/>
          </p:cNvSpPr>
          <p:nvPr>
            <p:ph type="sldNum" idx="12"/>
          </p:nvPr>
        </p:nvSpPr>
        <p:spPr>
          <a:xfrm>
            <a:off x="4191000" y="6995161"/>
            <a:ext cx="2011680" cy="413808"/>
          </a:xfrm>
          <a:prstGeom prst="rect">
            <a:avLst/>
          </a:prstGeom>
          <a:noFill/>
          <a:ln>
            <a:noFill/>
          </a:ln>
        </p:spPr>
        <p:txBody>
          <a:bodyPr spcFirstLastPara="1" wrap="square" lIns="101875" tIns="50925" rIns="101875" bIns="50925" anchor="ctr" anchorCtr="0">
            <a:noAutofit/>
          </a:bodyPr>
          <a:lstStyle>
            <a:lvl1pPr marL="0" lvl="0" indent="0" algn="r">
              <a:lnSpc>
                <a:spcPct val="100000"/>
              </a:lnSpc>
              <a:spcBef>
                <a:spcPts val="0"/>
              </a:spcBef>
              <a:spcAft>
                <a:spcPts val="0"/>
              </a:spcAft>
              <a:buSzPts val="1300"/>
              <a:buNone/>
              <a:defRPr/>
            </a:lvl1pPr>
            <a:lvl2pPr marL="0" lvl="1" indent="0" algn="r">
              <a:lnSpc>
                <a:spcPct val="100000"/>
              </a:lnSpc>
              <a:spcBef>
                <a:spcPts val="0"/>
              </a:spcBef>
              <a:spcAft>
                <a:spcPts val="0"/>
              </a:spcAft>
              <a:buSzPts val="1300"/>
              <a:buNone/>
              <a:defRPr/>
            </a:lvl2pPr>
            <a:lvl3pPr marL="0" lvl="2" indent="0" algn="r">
              <a:lnSpc>
                <a:spcPct val="100000"/>
              </a:lnSpc>
              <a:spcBef>
                <a:spcPts val="0"/>
              </a:spcBef>
              <a:spcAft>
                <a:spcPts val="0"/>
              </a:spcAft>
              <a:buSzPts val="1300"/>
              <a:buNone/>
              <a:defRPr/>
            </a:lvl3pPr>
            <a:lvl4pPr marL="0" lvl="3" indent="0" algn="r">
              <a:lnSpc>
                <a:spcPct val="100000"/>
              </a:lnSpc>
              <a:spcBef>
                <a:spcPts val="0"/>
              </a:spcBef>
              <a:spcAft>
                <a:spcPts val="0"/>
              </a:spcAft>
              <a:buSzPts val="1300"/>
              <a:buNone/>
              <a:defRPr/>
            </a:lvl4pPr>
            <a:lvl5pPr marL="0" lvl="4" indent="0" algn="r">
              <a:lnSpc>
                <a:spcPct val="100000"/>
              </a:lnSpc>
              <a:spcBef>
                <a:spcPts val="0"/>
              </a:spcBef>
              <a:spcAft>
                <a:spcPts val="0"/>
              </a:spcAft>
              <a:buSzPts val="1300"/>
              <a:buNone/>
              <a:defRPr/>
            </a:lvl5pPr>
            <a:lvl6pPr marL="0" lvl="5" indent="0" algn="r">
              <a:lnSpc>
                <a:spcPct val="100000"/>
              </a:lnSpc>
              <a:spcBef>
                <a:spcPts val="0"/>
              </a:spcBef>
              <a:spcAft>
                <a:spcPts val="0"/>
              </a:spcAft>
              <a:buSzPts val="1300"/>
              <a:buNone/>
              <a:defRPr/>
            </a:lvl6pPr>
            <a:lvl7pPr marL="0" lvl="6" indent="0" algn="r">
              <a:lnSpc>
                <a:spcPct val="100000"/>
              </a:lnSpc>
              <a:spcBef>
                <a:spcPts val="0"/>
              </a:spcBef>
              <a:spcAft>
                <a:spcPts val="0"/>
              </a:spcAft>
              <a:buSzPts val="1300"/>
              <a:buNone/>
              <a:defRPr/>
            </a:lvl7pPr>
            <a:lvl8pPr marL="0" lvl="7" indent="0" algn="r">
              <a:lnSpc>
                <a:spcPct val="100000"/>
              </a:lnSpc>
              <a:spcBef>
                <a:spcPts val="0"/>
              </a:spcBef>
              <a:spcAft>
                <a:spcPts val="0"/>
              </a:spcAft>
              <a:buSzPts val="1300"/>
              <a:buNone/>
              <a:defRPr/>
            </a:lvl8pPr>
            <a:lvl9pPr marL="0" lvl="8" indent="0" algn="r">
              <a:lnSpc>
                <a:spcPct val="100000"/>
              </a:lnSpc>
              <a:spcBef>
                <a:spcPts val="0"/>
              </a:spcBef>
              <a:spcAft>
                <a:spcPts val="0"/>
              </a:spcAft>
              <a:buSzPts val="1300"/>
              <a:buNone/>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2"/>
        <p:cNvGrpSpPr/>
        <p:nvPr/>
      </p:nvGrpSpPr>
      <p:grpSpPr>
        <a:xfrm>
          <a:off x="0" y="0"/>
          <a:ext cx="0" cy="0"/>
          <a:chOff x="0" y="0"/>
          <a:chExt cx="0" cy="0"/>
        </a:xfrm>
      </p:grpSpPr>
      <p:sp>
        <p:nvSpPr>
          <p:cNvPr id="73" name="Google Shape;73;p10"/>
          <p:cNvSpPr txBox="1">
            <a:spLocks noGrp="1"/>
          </p:cNvSpPr>
          <p:nvPr>
            <p:ph type="title"/>
          </p:nvPr>
        </p:nvSpPr>
        <p:spPr>
          <a:xfrm>
            <a:off x="923005" y="2504441"/>
            <a:ext cx="3999694" cy="1426292"/>
          </a:xfrm>
          <a:prstGeom prst="rect">
            <a:avLst/>
          </a:prstGeom>
          <a:noFill/>
          <a:ln>
            <a:noFill/>
          </a:ln>
        </p:spPr>
        <p:txBody>
          <a:bodyPr spcFirstLastPara="1" wrap="square" lIns="101875" tIns="50925" rIns="101875" bIns="50925" anchor="b" anchorCtr="0">
            <a:noAutofit/>
          </a:bodyPr>
          <a:lstStyle>
            <a:lvl1pPr lvl="0" algn="l">
              <a:spcBef>
                <a:spcPts val="0"/>
              </a:spcBef>
              <a:spcAft>
                <a:spcPts val="0"/>
              </a:spcAft>
              <a:buSzPts val="3968"/>
              <a:buChar char="*"/>
              <a:defRPr sz="31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0"/>
          <p:cNvSpPr txBox="1">
            <a:spLocks noGrp="1"/>
          </p:cNvSpPr>
          <p:nvPr>
            <p:ph type="body" idx="1"/>
          </p:nvPr>
        </p:nvSpPr>
        <p:spPr>
          <a:xfrm>
            <a:off x="5052867" y="829056"/>
            <a:ext cx="4418794" cy="5547361"/>
          </a:xfrm>
          <a:prstGeom prst="rect">
            <a:avLst/>
          </a:prstGeom>
          <a:noFill/>
          <a:ln>
            <a:noFill/>
          </a:ln>
        </p:spPr>
        <p:txBody>
          <a:bodyPr spcFirstLastPara="1" wrap="square" lIns="101875" tIns="50925" rIns="101875" bIns="50925" anchor="ctr" anchorCtr="0">
            <a:normAutofit/>
          </a:bodyPr>
          <a:lstStyle>
            <a:lvl1pPr marL="457200" lvl="0" indent="-434975" algn="l">
              <a:spcBef>
                <a:spcPts val="500"/>
              </a:spcBef>
              <a:spcAft>
                <a:spcPts val="0"/>
              </a:spcAft>
              <a:buSzPts val="3250"/>
              <a:buChar char="*"/>
              <a:defRPr sz="2500"/>
            </a:lvl1pPr>
            <a:lvl2pPr marL="914400" lvl="1" indent="-410210" algn="l">
              <a:spcBef>
                <a:spcPts val="440"/>
              </a:spcBef>
              <a:spcAft>
                <a:spcPts val="0"/>
              </a:spcAft>
              <a:buSzPts val="2860"/>
              <a:buChar char="*"/>
              <a:defRPr sz="2200"/>
            </a:lvl2pPr>
            <a:lvl3pPr marL="1371600" lvl="2" indent="-393700" algn="l">
              <a:spcBef>
                <a:spcPts val="400"/>
              </a:spcBef>
              <a:spcAft>
                <a:spcPts val="0"/>
              </a:spcAft>
              <a:buSzPts val="2600"/>
              <a:buChar char="*"/>
              <a:defRPr sz="2000"/>
            </a:lvl3pPr>
            <a:lvl4pPr marL="1828800" lvl="3" indent="-377189" algn="l">
              <a:spcBef>
                <a:spcPts val="360"/>
              </a:spcBef>
              <a:spcAft>
                <a:spcPts val="0"/>
              </a:spcAft>
              <a:buSzPts val="2340"/>
              <a:buChar char="*"/>
              <a:defRPr sz="1800"/>
            </a:lvl4pPr>
            <a:lvl5pPr marL="2286000" lvl="4" indent="-360679" algn="l">
              <a:spcBef>
                <a:spcPts val="334"/>
              </a:spcBef>
              <a:spcAft>
                <a:spcPts val="0"/>
              </a:spcAft>
              <a:buSzPts val="2080"/>
              <a:buChar char="*"/>
              <a:defRPr sz="1600"/>
            </a:lvl5pPr>
            <a:lvl6pPr marL="2743200" lvl="5" indent="-410210" algn="l">
              <a:spcBef>
                <a:spcPts val="440"/>
              </a:spcBef>
              <a:spcAft>
                <a:spcPts val="0"/>
              </a:spcAft>
              <a:buSzPts val="2860"/>
              <a:buChar char="*"/>
              <a:defRPr sz="2200"/>
            </a:lvl6pPr>
            <a:lvl7pPr marL="3200400" lvl="6" indent="-410210" algn="l">
              <a:spcBef>
                <a:spcPts val="440"/>
              </a:spcBef>
              <a:spcAft>
                <a:spcPts val="0"/>
              </a:spcAft>
              <a:buSzPts val="2860"/>
              <a:buChar char="*"/>
              <a:defRPr sz="2200"/>
            </a:lvl7pPr>
            <a:lvl8pPr marL="3657600" lvl="7" indent="-410210" algn="l">
              <a:spcBef>
                <a:spcPts val="440"/>
              </a:spcBef>
              <a:spcAft>
                <a:spcPts val="0"/>
              </a:spcAft>
              <a:buSzPts val="2860"/>
              <a:buChar char="*"/>
              <a:defRPr sz="2200"/>
            </a:lvl8pPr>
            <a:lvl9pPr marL="4114800" lvl="8" indent="-410209" algn="l">
              <a:spcBef>
                <a:spcPts val="440"/>
              </a:spcBef>
              <a:spcAft>
                <a:spcPts val="334"/>
              </a:spcAft>
              <a:buSzPts val="2860"/>
              <a:buChar char="*"/>
              <a:defRPr sz="2200"/>
            </a:lvl9pPr>
          </a:lstStyle>
          <a:p>
            <a:endParaRPr/>
          </a:p>
        </p:txBody>
      </p:sp>
      <p:sp>
        <p:nvSpPr>
          <p:cNvPr id="75" name="Google Shape;75;p10"/>
          <p:cNvSpPr txBox="1">
            <a:spLocks noGrp="1"/>
          </p:cNvSpPr>
          <p:nvPr>
            <p:ph type="body" idx="2"/>
          </p:nvPr>
        </p:nvSpPr>
        <p:spPr>
          <a:xfrm>
            <a:off x="1183342" y="3964176"/>
            <a:ext cx="3727526" cy="2424787"/>
          </a:xfrm>
          <a:prstGeom prst="rect">
            <a:avLst/>
          </a:prstGeom>
          <a:noFill/>
          <a:ln>
            <a:noFill/>
          </a:ln>
        </p:spPr>
        <p:txBody>
          <a:bodyPr spcFirstLastPara="1" wrap="square" lIns="101875" tIns="50925" rIns="101875" bIns="50925" anchor="t" anchorCtr="0">
            <a:normAutofit/>
          </a:bodyPr>
          <a:lstStyle>
            <a:lvl1pPr marL="457200" lvl="0" indent="-228600" algn="l">
              <a:spcBef>
                <a:spcPts val="320"/>
              </a:spcBef>
              <a:spcAft>
                <a:spcPts val="0"/>
              </a:spcAft>
              <a:buSzPts val="2080"/>
              <a:buNone/>
              <a:defRPr sz="1600"/>
            </a:lvl1pPr>
            <a:lvl2pPr marL="914400" lvl="1" indent="-228600" algn="l">
              <a:spcBef>
                <a:spcPts val="334"/>
              </a:spcBef>
              <a:spcAft>
                <a:spcPts val="0"/>
              </a:spcAft>
              <a:buSzPts val="1690"/>
              <a:buNone/>
              <a:defRPr sz="1300"/>
            </a:lvl2pPr>
            <a:lvl3pPr marL="1371600" lvl="2" indent="-228600" algn="l">
              <a:spcBef>
                <a:spcPts val="334"/>
              </a:spcBef>
              <a:spcAft>
                <a:spcPts val="0"/>
              </a:spcAft>
              <a:buSzPts val="1430"/>
              <a:buNone/>
              <a:defRPr sz="1100"/>
            </a:lvl3pPr>
            <a:lvl4pPr marL="1828800" lvl="3" indent="-228600" algn="l">
              <a:spcBef>
                <a:spcPts val="334"/>
              </a:spcBef>
              <a:spcAft>
                <a:spcPts val="0"/>
              </a:spcAft>
              <a:buSzPts val="1300"/>
              <a:buNone/>
              <a:defRPr sz="1000"/>
            </a:lvl4pPr>
            <a:lvl5pPr marL="2286000" lvl="4" indent="-228600" algn="l">
              <a:spcBef>
                <a:spcPts val="334"/>
              </a:spcBef>
              <a:spcAft>
                <a:spcPts val="0"/>
              </a:spcAft>
              <a:buSzPts val="1300"/>
              <a:buNone/>
              <a:defRPr sz="1000"/>
            </a:lvl5pPr>
            <a:lvl6pPr marL="2743200" lvl="5" indent="-228600" algn="l">
              <a:spcBef>
                <a:spcPts val="334"/>
              </a:spcBef>
              <a:spcAft>
                <a:spcPts val="0"/>
              </a:spcAft>
              <a:buSzPts val="1300"/>
              <a:buNone/>
              <a:defRPr sz="1000"/>
            </a:lvl6pPr>
            <a:lvl7pPr marL="3200400" lvl="6" indent="-228600" algn="l">
              <a:spcBef>
                <a:spcPts val="334"/>
              </a:spcBef>
              <a:spcAft>
                <a:spcPts val="0"/>
              </a:spcAft>
              <a:buSzPts val="1300"/>
              <a:buNone/>
              <a:defRPr sz="1000"/>
            </a:lvl7pPr>
            <a:lvl8pPr marL="3657600" lvl="7" indent="-228600" algn="l">
              <a:spcBef>
                <a:spcPts val="334"/>
              </a:spcBef>
              <a:spcAft>
                <a:spcPts val="0"/>
              </a:spcAft>
              <a:buSzPts val="1300"/>
              <a:buNone/>
              <a:defRPr sz="1000"/>
            </a:lvl8pPr>
            <a:lvl9pPr marL="4114800" lvl="8" indent="-228600" algn="l">
              <a:spcBef>
                <a:spcPts val="334"/>
              </a:spcBef>
              <a:spcAft>
                <a:spcPts val="334"/>
              </a:spcAft>
              <a:buSzPts val="1300"/>
              <a:buNone/>
              <a:defRPr sz="1000"/>
            </a:lvl9pPr>
          </a:lstStyle>
          <a:p>
            <a:endParaRPr/>
          </a:p>
        </p:txBody>
      </p:sp>
      <p:sp>
        <p:nvSpPr>
          <p:cNvPr id="76" name="Google Shape;76;p10"/>
          <p:cNvSpPr txBox="1">
            <a:spLocks noGrp="1"/>
          </p:cNvSpPr>
          <p:nvPr>
            <p:ph type="dt" idx="10"/>
          </p:nvPr>
        </p:nvSpPr>
        <p:spPr>
          <a:xfrm>
            <a:off x="6789420" y="6995161"/>
            <a:ext cx="2766060" cy="413808"/>
          </a:xfrm>
          <a:prstGeom prst="rect">
            <a:avLst/>
          </a:prstGeom>
          <a:noFill/>
          <a:ln>
            <a:noFill/>
          </a:ln>
        </p:spPr>
        <p:txBody>
          <a:bodyPr spcFirstLastPara="1" wrap="square" lIns="101875" tIns="50925" rIns="101875" bIns="50925"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0"/>
          <p:cNvSpPr txBox="1">
            <a:spLocks noGrp="1"/>
          </p:cNvSpPr>
          <p:nvPr>
            <p:ph type="ftr" idx="11"/>
          </p:nvPr>
        </p:nvSpPr>
        <p:spPr>
          <a:xfrm>
            <a:off x="502920" y="6995161"/>
            <a:ext cx="3688081" cy="413808"/>
          </a:xfrm>
          <a:prstGeom prst="rect">
            <a:avLst/>
          </a:prstGeom>
          <a:noFill/>
          <a:ln>
            <a:noFill/>
          </a:ln>
        </p:spPr>
        <p:txBody>
          <a:bodyPr spcFirstLastPara="1" wrap="square" lIns="101875" tIns="50925" rIns="101875" bIns="509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0"/>
          <p:cNvSpPr txBox="1">
            <a:spLocks noGrp="1"/>
          </p:cNvSpPr>
          <p:nvPr>
            <p:ph type="sldNum" idx="12"/>
          </p:nvPr>
        </p:nvSpPr>
        <p:spPr>
          <a:xfrm>
            <a:off x="4191000" y="6995161"/>
            <a:ext cx="2011680" cy="413808"/>
          </a:xfrm>
          <a:prstGeom prst="rect">
            <a:avLst/>
          </a:prstGeom>
          <a:noFill/>
          <a:ln>
            <a:noFill/>
          </a:ln>
        </p:spPr>
        <p:txBody>
          <a:bodyPr spcFirstLastPara="1" wrap="square" lIns="101875" tIns="50925" rIns="101875" bIns="50925" anchor="ctr" anchorCtr="0">
            <a:noAutofit/>
          </a:bodyPr>
          <a:lstStyle>
            <a:lvl1pPr marL="0" lvl="0" indent="0" algn="r">
              <a:lnSpc>
                <a:spcPct val="100000"/>
              </a:lnSpc>
              <a:spcBef>
                <a:spcPts val="0"/>
              </a:spcBef>
              <a:spcAft>
                <a:spcPts val="0"/>
              </a:spcAft>
              <a:buSzPts val="1300"/>
              <a:buNone/>
              <a:defRPr/>
            </a:lvl1pPr>
            <a:lvl2pPr marL="0" lvl="1" indent="0" algn="r">
              <a:lnSpc>
                <a:spcPct val="100000"/>
              </a:lnSpc>
              <a:spcBef>
                <a:spcPts val="0"/>
              </a:spcBef>
              <a:spcAft>
                <a:spcPts val="0"/>
              </a:spcAft>
              <a:buSzPts val="1300"/>
              <a:buNone/>
              <a:defRPr/>
            </a:lvl2pPr>
            <a:lvl3pPr marL="0" lvl="2" indent="0" algn="r">
              <a:lnSpc>
                <a:spcPct val="100000"/>
              </a:lnSpc>
              <a:spcBef>
                <a:spcPts val="0"/>
              </a:spcBef>
              <a:spcAft>
                <a:spcPts val="0"/>
              </a:spcAft>
              <a:buSzPts val="1300"/>
              <a:buNone/>
              <a:defRPr/>
            </a:lvl3pPr>
            <a:lvl4pPr marL="0" lvl="3" indent="0" algn="r">
              <a:lnSpc>
                <a:spcPct val="100000"/>
              </a:lnSpc>
              <a:spcBef>
                <a:spcPts val="0"/>
              </a:spcBef>
              <a:spcAft>
                <a:spcPts val="0"/>
              </a:spcAft>
              <a:buSzPts val="1300"/>
              <a:buNone/>
              <a:defRPr/>
            </a:lvl4pPr>
            <a:lvl5pPr marL="0" lvl="4" indent="0" algn="r">
              <a:lnSpc>
                <a:spcPct val="100000"/>
              </a:lnSpc>
              <a:spcBef>
                <a:spcPts val="0"/>
              </a:spcBef>
              <a:spcAft>
                <a:spcPts val="0"/>
              </a:spcAft>
              <a:buSzPts val="1300"/>
              <a:buNone/>
              <a:defRPr/>
            </a:lvl5pPr>
            <a:lvl6pPr marL="0" lvl="5" indent="0" algn="r">
              <a:lnSpc>
                <a:spcPct val="100000"/>
              </a:lnSpc>
              <a:spcBef>
                <a:spcPts val="0"/>
              </a:spcBef>
              <a:spcAft>
                <a:spcPts val="0"/>
              </a:spcAft>
              <a:buSzPts val="1300"/>
              <a:buNone/>
              <a:defRPr/>
            </a:lvl6pPr>
            <a:lvl7pPr marL="0" lvl="6" indent="0" algn="r">
              <a:lnSpc>
                <a:spcPct val="100000"/>
              </a:lnSpc>
              <a:spcBef>
                <a:spcPts val="0"/>
              </a:spcBef>
              <a:spcAft>
                <a:spcPts val="0"/>
              </a:spcAft>
              <a:buSzPts val="1300"/>
              <a:buNone/>
              <a:defRPr/>
            </a:lvl7pPr>
            <a:lvl8pPr marL="0" lvl="7" indent="0" algn="r">
              <a:lnSpc>
                <a:spcPct val="100000"/>
              </a:lnSpc>
              <a:spcBef>
                <a:spcPts val="0"/>
              </a:spcBef>
              <a:spcAft>
                <a:spcPts val="0"/>
              </a:spcAft>
              <a:buSzPts val="1300"/>
              <a:buNone/>
              <a:defRPr/>
            </a:lvl8pPr>
            <a:lvl9pPr marL="0" lvl="8" indent="0" algn="r">
              <a:lnSpc>
                <a:spcPct val="100000"/>
              </a:lnSpc>
              <a:spcBef>
                <a:spcPts val="0"/>
              </a:spcBef>
              <a:spcAft>
                <a:spcPts val="0"/>
              </a:spcAft>
              <a:buSzPts val="1300"/>
              <a:buNone/>
              <a:defRPr/>
            </a:lvl9pPr>
          </a:lstStyle>
          <a:p>
            <a:pPr marL="0" lvl="0" indent="0" algn="r" rtl="0">
              <a:spcBef>
                <a:spcPts val="0"/>
              </a:spcBef>
              <a:spcAft>
                <a:spcPts val="0"/>
              </a:spcAft>
              <a:buNone/>
            </a:pPr>
            <a:fld id="{00000000-1234-1234-1234-123412341234}" type="slidenum">
              <a:rPr lang="en-US"/>
              <a:t>‹#›</a:t>
            </a:fld>
            <a:endParaRPr b="0" u="non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9"/>
        <p:cNvGrpSpPr/>
        <p:nvPr/>
      </p:nvGrpSpPr>
      <p:grpSpPr>
        <a:xfrm>
          <a:off x="0" y="0"/>
          <a:ext cx="0" cy="0"/>
          <a:chOff x="0" y="0"/>
          <a:chExt cx="0" cy="0"/>
        </a:xfrm>
      </p:grpSpPr>
      <p:sp>
        <p:nvSpPr>
          <p:cNvPr id="80" name="Google Shape;80;p11"/>
          <p:cNvSpPr/>
          <p:nvPr/>
        </p:nvSpPr>
        <p:spPr>
          <a:xfrm>
            <a:off x="0" y="4382509"/>
            <a:ext cx="10058400" cy="3389891"/>
          </a:xfrm>
          <a:prstGeom prst="rect">
            <a:avLst/>
          </a:prstGeom>
          <a:gradFill>
            <a:gsLst>
              <a:gs pos="0">
                <a:srgbClr val="FFFFFF">
                  <a:alpha val="91764"/>
                </a:srgbClr>
              </a:gs>
              <a:gs pos="37000">
                <a:srgbClr val="FFFFFF">
                  <a:alpha val="76862"/>
                </a:srgbClr>
              </a:gs>
              <a:gs pos="100000">
                <a:srgbClr val="B4DCFA">
                  <a:alpha val="80000"/>
                </a:srgbClr>
              </a:gs>
            </a:gsLst>
            <a:path path="circle">
              <a:fillToRect l="50000" t="50000" r="50000" b="50000"/>
            </a:path>
            <a:tileRect/>
          </a:gradFill>
          <a:ln>
            <a:noFill/>
          </a:ln>
        </p:spPr>
        <p:txBody>
          <a:bodyPr spcFirstLastPara="1" wrap="square" lIns="101875" tIns="50925" rIns="101875" bIns="5092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81" name="Google Shape;81;p11"/>
          <p:cNvSpPr/>
          <p:nvPr/>
        </p:nvSpPr>
        <p:spPr>
          <a:xfrm>
            <a:off x="0" y="0"/>
            <a:ext cx="10058400" cy="4382509"/>
          </a:xfrm>
          <a:prstGeom prst="rect">
            <a:avLst/>
          </a:prstGeom>
          <a:gradFill>
            <a:gsLst>
              <a:gs pos="0">
                <a:srgbClr val="FFFFFF">
                  <a:alpha val="89803"/>
                </a:srgbClr>
              </a:gs>
              <a:gs pos="48000">
                <a:srgbClr val="FFFFFF">
                  <a:alpha val="62745"/>
                </a:srgbClr>
              </a:gs>
              <a:gs pos="100000">
                <a:srgbClr val="B4DCFA">
                  <a:alpha val="80000"/>
                </a:srgbClr>
              </a:gs>
            </a:gsLst>
            <a:path path="circle">
              <a:fillToRect l="50000" t="50000" r="50000" b="50000"/>
            </a:path>
            <a:tileRect/>
          </a:gradFill>
          <a:ln>
            <a:noFill/>
          </a:ln>
        </p:spPr>
        <p:txBody>
          <a:bodyPr spcFirstLastPara="1" wrap="square" lIns="101875" tIns="50925" rIns="101875" bIns="5092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82" name="Google Shape;82;p11"/>
          <p:cNvSpPr/>
          <p:nvPr/>
        </p:nvSpPr>
        <p:spPr>
          <a:xfrm>
            <a:off x="0" y="3005952"/>
            <a:ext cx="10058400" cy="2590800"/>
          </a:xfrm>
          <a:prstGeom prst="rect">
            <a:avLst/>
          </a:prstGeom>
          <a:gradFill>
            <a:gsLst>
              <a:gs pos="0">
                <a:srgbClr val="FFFFFF">
                  <a:alpha val="0"/>
                </a:srgbClr>
              </a:gs>
              <a:gs pos="29000">
                <a:srgbClr val="FFFFFF">
                  <a:alpha val="29803"/>
                </a:srgbClr>
              </a:gs>
              <a:gs pos="45000">
                <a:srgbClr val="B4DCFA">
                  <a:alpha val="40000"/>
                </a:srgbClr>
              </a:gs>
              <a:gs pos="55000">
                <a:srgbClr val="FFFFFF">
                  <a:alpha val="25882"/>
                </a:srgbClr>
              </a:gs>
              <a:gs pos="65000">
                <a:srgbClr val="B4DCFA">
                  <a:alpha val="60000"/>
                </a:srgbClr>
              </a:gs>
              <a:gs pos="100000">
                <a:srgbClr val="FFFFFF">
                  <a:alpha val="0"/>
                </a:srgbClr>
              </a:gs>
            </a:gsLst>
            <a:lin ang="5400000" scaled="0"/>
          </a:gradFill>
          <a:ln>
            <a:noFill/>
          </a:ln>
        </p:spPr>
        <p:txBody>
          <a:bodyPr spcFirstLastPara="1" wrap="square" lIns="101875" tIns="50925" rIns="101875" bIns="5092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83" name="Google Shape;83;p11"/>
          <p:cNvSpPr/>
          <p:nvPr/>
        </p:nvSpPr>
        <p:spPr>
          <a:xfrm>
            <a:off x="0" y="1813560"/>
            <a:ext cx="10058400" cy="5786120"/>
          </a:xfrm>
          <a:prstGeom prst="ellipse">
            <a:avLst/>
          </a:prstGeom>
          <a:gradFill>
            <a:gsLst>
              <a:gs pos="0">
                <a:schemeClr val="lt1"/>
              </a:gs>
              <a:gs pos="54000">
                <a:srgbClr val="FFFFFF">
                  <a:alpha val="0"/>
                </a:srgbClr>
              </a:gs>
              <a:gs pos="100000">
                <a:srgbClr val="FFFFFF">
                  <a:alpha val="0"/>
                </a:srgbClr>
              </a:gs>
            </a:gsLst>
            <a:path path="circle">
              <a:fillToRect l="50000" t="50000" r="50000" b="50000"/>
            </a:path>
            <a:tileRect/>
          </a:gradFill>
          <a:ln>
            <a:noFill/>
          </a:ln>
        </p:spPr>
        <p:txBody>
          <a:bodyPr spcFirstLastPara="1" wrap="square" lIns="101875" tIns="50925" rIns="101875" bIns="5092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84" name="Google Shape;84;p11"/>
          <p:cNvSpPr>
            <a:spLocks noGrp="1"/>
          </p:cNvSpPr>
          <p:nvPr>
            <p:ph type="pic" idx="2"/>
          </p:nvPr>
        </p:nvSpPr>
        <p:spPr>
          <a:xfrm>
            <a:off x="4922693" y="1295400"/>
            <a:ext cx="4526280" cy="3544847"/>
          </a:xfrm>
          <a:prstGeom prst="roundRect">
            <a:avLst>
              <a:gd name="adj" fmla="val 4230"/>
            </a:avLst>
          </a:prstGeom>
          <a:solidFill>
            <a:srgbClr val="8BC9F7"/>
          </a:solidFill>
          <a:ln>
            <a:noFill/>
          </a:ln>
          <a:effectLst>
            <a:reflection stA="23000" endA="300" endPos="28000" sy="-100000" algn="bl" rotWithShape="0"/>
          </a:effectLst>
        </p:spPr>
      </p:sp>
      <p:sp>
        <p:nvSpPr>
          <p:cNvPr id="85" name="Google Shape;85;p11"/>
          <p:cNvSpPr txBox="1">
            <a:spLocks noGrp="1"/>
          </p:cNvSpPr>
          <p:nvPr>
            <p:ph type="body" idx="1"/>
          </p:nvPr>
        </p:nvSpPr>
        <p:spPr>
          <a:xfrm>
            <a:off x="965676" y="1145217"/>
            <a:ext cx="4063525" cy="2451423"/>
          </a:xfrm>
          <a:prstGeom prst="rect">
            <a:avLst/>
          </a:prstGeom>
          <a:noFill/>
          <a:ln>
            <a:noFill/>
          </a:ln>
        </p:spPr>
        <p:txBody>
          <a:bodyPr spcFirstLastPara="1" wrap="square" lIns="101875" tIns="50925" rIns="101875" bIns="50925" anchor="b" anchorCtr="0">
            <a:normAutofit/>
          </a:bodyPr>
          <a:lstStyle>
            <a:lvl1pPr marL="457200" lvl="0" indent="-377190" algn="l">
              <a:spcBef>
                <a:spcPts val="360"/>
              </a:spcBef>
              <a:spcAft>
                <a:spcPts val="0"/>
              </a:spcAft>
              <a:buSzPts val="2340"/>
              <a:buFont typeface="Georgia"/>
              <a:buChar char="*"/>
              <a:defRPr sz="1800"/>
            </a:lvl1pPr>
            <a:lvl2pPr marL="914400" lvl="1" indent="-228600" algn="l">
              <a:spcBef>
                <a:spcPts val="334"/>
              </a:spcBef>
              <a:spcAft>
                <a:spcPts val="0"/>
              </a:spcAft>
              <a:buSzPts val="1690"/>
              <a:buNone/>
              <a:defRPr sz="1300"/>
            </a:lvl2pPr>
            <a:lvl3pPr marL="1371600" lvl="2" indent="-228600" algn="l">
              <a:spcBef>
                <a:spcPts val="334"/>
              </a:spcBef>
              <a:spcAft>
                <a:spcPts val="0"/>
              </a:spcAft>
              <a:buSzPts val="1430"/>
              <a:buNone/>
              <a:defRPr sz="1100"/>
            </a:lvl3pPr>
            <a:lvl4pPr marL="1828800" lvl="3" indent="-228600" algn="l">
              <a:spcBef>
                <a:spcPts val="334"/>
              </a:spcBef>
              <a:spcAft>
                <a:spcPts val="0"/>
              </a:spcAft>
              <a:buSzPts val="1300"/>
              <a:buNone/>
              <a:defRPr sz="1000"/>
            </a:lvl4pPr>
            <a:lvl5pPr marL="2286000" lvl="4" indent="-228600" algn="l">
              <a:spcBef>
                <a:spcPts val="334"/>
              </a:spcBef>
              <a:spcAft>
                <a:spcPts val="0"/>
              </a:spcAft>
              <a:buSzPts val="1300"/>
              <a:buNone/>
              <a:defRPr sz="1000"/>
            </a:lvl5pPr>
            <a:lvl6pPr marL="2743200" lvl="5" indent="-228600" algn="l">
              <a:spcBef>
                <a:spcPts val="334"/>
              </a:spcBef>
              <a:spcAft>
                <a:spcPts val="0"/>
              </a:spcAft>
              <a:buSzPts val="1300"/>
              <a:buNone/>
              <a:defRPr sz="1000"/>
            </a:lvl6pPr>
            <a:lvl7pPr marL="3200400" lvl="6" indent="-228600" algn="l">
              <a:spcBef>
                <a:spcPts val="334"/>
              </a:spcBef>
              <a:spcAft>
                <a:spcPts val="0"/>
              </a:spcAft>
              <a:buSzPts val="1300"/>
              <a:buNone/>
              <a:defRPr sz="1000"/>
            </a:lvl7pPr>
            <a:lvl8pPr marL="3657600" lvl="7" indent="-228600" algn="l">
              <a:spcBef>
                <a:spcPts val="334"/>
              </a:spcBef>
              <a:spcAft>
                <a:spcPts val="0"/>
              </a:spcAft>
              <a:buSzPts val="1300"/>
              <a:buNone/>
              <a:defRPr sz="1000"/>
            </a:lvl8pPr>
            <a:lvl9pPr marL="4114800" lvl="8" indent="-228600" algn="l">
              <a:spcBef>
                <a:spcPts val="334"/>
              </a:spcBef>
              <a:spcAft>
                <a:spcPts val="334"/>
              </a:spcAft>
              <a:buSzPts val="1300"/>
              <a:buNone/>
              <a:defRPr sz="1000"/>
            </a:lvl9pPr>
          </a:lstStyle>
          <a:p>
            <a:endParaRPr/>
          </a:p>
        </p:txBody>
      </p:sp>
      <p:sp>
        <p:nvSpPr>
          <p:cNvPr id="86" name="Google Shape;86;p11"/>
          <p:cNvSpPr txBox="1">
            <a:spLocks noGrp="1"/>
          </p:cNvSpPr>
          <p:nvPr>
            <p:ph type="dt" idx="10"/>
          </p:nvPr>
        </p:nvSpPr>
        <p:spPr>
          <a:xfrm>
            <a:off x="6789420" y="6995161"/>
            <a:ext cx="2766060" cy="413808"/>
          </a:xfrm>
          <a:prstGeom prst="rect">
            <a:avLst/>
          </a:prstGeom>
          <a:noFill/>
          <a:ln>
            <a:noFill/>
          </a:ln>
        </p:spPr>
        <p:txBody>
          <a:bodyPr spcFirstLastPara="1" wrap="square" lIns="101875" tIns="50925" rIns="101875" bIns="50925"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1"/>
          <p:cNvSpPr txBox="1">
            <a:spLocks noGrp="1"/>
          </p:cNvSpPr>
          <p:nvPr>
            <p:ph type="ftr" idx="11"/>
          </p:nvPr>
        </p:nvSpPr>
        <p:spPr>
          <a:xfrm>
            <a:off x="502920" y="6995161"/>
            <a:ext cx="3688081" cy="413808"/>
          </a:xfrm>
          <a:prstGeom prst="rect">
            <a:avLst/>
          </a:prstGeom>
          <a:noFill/>
          <a:ln>
            <a:noFill/>
          </a:ln>
        </p:spPr>
        <p:txBody>
          <a:bodyPr spcFirstLastPara="1" wrap="square" lIns="101875" tIns="50925" rIns="101875" bIns="509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1"/>
          <p:cNvSpPr txBox="1">
            <a:spLocks noGrp="1"/>
          </p:cNvSpPr>
          <p:nvPr>
            <p:ph type="sldNum" idx="12"/>
          </p:nvPr>
        </p:nvSpPr>
        <p:spPr>
          <a:xfrm>
            <a:off x="4191000" y="6995161"/>
            <a:ext cx="2011680" cy="413808"/>
          </a:xfrm>
          <a:prstGeom prst="rect">
            <a:avLst/>
          </a:prstGeom>
          <a:noFill/>
          <a:ln>
            <a:noFill/>
          </a:ln>
        </p:spPr>
        <p:txBody>
          <a:bodyPr spcFirstLastPara="1" wrap="square" lIns="101875" tIns="50925" rIns="101875" bIns="50925" anchor="ctr" anchorCtr="0">
            <a:noAutofit/>
          </a:bodyPr>
          <a:lstStyle>
            <a:lvl1pPr marL="0" lvl="0" indent="0" algn="r">
              <a:lnSpc>
                <a:spcPct val="100000"/>
              </a:lnSpc>
              <a:spcBef>
                <a:spcPts val="0"/>
              </a:spcBef>
              <a:spcAft>
                <a:spcPts val="0"/>
              </a:spcAft>
              <a:buSzPts val="1300"/>
              <a:buNone/>
              <a:defRPr/>
            </a:lvl1pPr>
            <a:lvl2pPr marL="0" lvl="1" indent="0" algn="r">
              <a:lnSpc>
                <a:spcPct val="100000"/>
              </a:lnSpc>
              <a:spcBef>
                <a:spcPts val="0"/>
              </a:spcBef>
              <a:spcAft>
                <a:spcPts val="0"/>
              </a:spcAft>
              <a:buSzPts val="1300"/>
              <a:buNone/>
              <a:defRPr/>
            </a:lvl2pPr>
            <a:lvl3pPr marL="0" lvl="2" indent="0" algn="r">
              <a:lnSpc>
                <a:spcPct val="100000"/>
              </a:lnSpc>
              <a:spcBef>
                <a:spcPts val="0"/>
              </a:spcBef>
              <a:spcAft>
                <a:spcPts val="0"/>
              </a:spcAft>
              <a:buSzPts val="1300"/>
              <a:buNone/>
              <a:defRPr/>
            </a:lvl3pPr>
            <a:lvl4pPr marL="0" lvl="3" indent="0" algn="r">
              <a:lnSpc>
                <a:spcPct val="100000"/>
              </a:lnSpc>
              <a:spcBef>
                <a:spcPts val="0"/>
              </a:spcBef>
              <a:spcAft>
                <a:spcPts val="0"/>
              </a:spcAft>
              <a:buSzPts val="1300"/>
              <a:buNone/>
              <a:defRPr/>
            </a:lvl4pPr>
            <a:lvl5pPr marL="0" lvl="4" indent="0" algn="r">
              <a:lnSpc>
                <a:spcPct val="100000"/>
              </a:lnSpc>
              <a:spcBef>
                <a:spcPts val="0"/>
              </a:spcBef>
              <a:spcAft>
                <a:spcPts val="0"/>
              </a:spcAft>
              <a:buSzPts val="1300"/>
              <a:buNone/>
              <a:defRPr/>
            </a:lvl5pPr>
            <a:lvl6pPr marL="0" lvl="5" indent="0" algn="r">
              <a:lnSpc>
                <a:spcPct val="100000"/>
              </a:lnSpc>
              <a:spcBef>
                <a:spcPts val="0"/>
              </a:spcBef>
              <a:spcAft>
                <a:spcPts val="0"/>
              </a:spcAft>
              <a:buSzPts val="1300"/>
              <a:buNone/>
              <a:defRPr/>
            </a:lvl6pPr>
            <a:lvl7pPr marL="0" lvl="6" indent="0" algn="r">
              <a:lnSpc>
                <a:spcPct val="100000"/>
              </a:lnSpc>
              <a:spcBef>
                <a:spcPts val="0"/>
              </a:spcBef>
              <a:spcAft>
                <a:spcPts val="0"/>
              </a:spcAft>
              <a:buSzPts val="1300"/>
              <a:buNone/>
              <a:defRPr/>
            </a:lvl7pPr>
            <a:lvl8pPr marL="0" lvl="7" indent="0" algn="r">
              <a:lnSpc>
                <a:spcPct val="100000"/>
              </a:lnSpc>
              <a:spcBef>
                <a:spcPts val="0"/>
              </a:spcBef>
              <a:spcAft>
                <a:spcPts val="0"/>
              </a:spcAft>
              <a:buSzPts val="1300"/>
              <a:buNone/>
              <a:defRPr/>
            </a:lvl8pPr>
            <a:lvl9pPr marL="0" lvl="8" indent="0" algn="r">
              <a:lnSpc>
                <a:spcPct val="100000"/>
              </a:lnSpc>
              <a:spcBef>
                <a:spcPts val="0"/>
              </a:spcBef>
              <a:spcAft>
                <a:spcPts val="0"/>
              </a:spcAft>
              <a:buSzPts val="1300"/>
              <a:buNone/>
              <a:defRPr/>
            </a:lvl9pPr>
          </a:lstStyle>
          <a:p>
            <a:pPr marL="0" lvl="0" indent="0" algn="r" rtl="0">
              <a:spcBef>
                <a:spcPts val="0"/>
              </a:spcBef>
              <a:spcAft>
                <a:spcPts val="0"/>
              </a:spcAft>
              <a:buNone/>
            </a:pPr>
            <a:fld id="{00000000-1234-1234-1234-123412341234}" type="slidenum">
              <a:rPr lang="en-US"/>
              <a:t>‹#›</a:t>
            </a:fld>
            <a:endParaRPr b="0" u="none"/>
          </a:p>
        </p:txBody>
      </p:sp>
      <p:sp>
        <p:nvSpPr>
          <p:cNvPr id="89" name="Google Shape;89;p11"/>
          <p:cNvSpPr txBox="1">
            <a:spLocks noGrp="1"/>
          </p:cNvSpPr>
          <p:nvPr>
            <p:ph type="title"/>
          </p:nvPr>
        </p:nvSpPr>
        <p:spPr>
          <a:xfrm>
            <a:off x="799995" y="5059677"/>
            <a:ext cx="7021892" cy="1295400"/>
          </a:xfrm>
          <a:prstGeom prst="rect">
            <a:avLst/>
          </a:prstGeom>
          <a:noFill/>
          <a:ln>
            <a:noFill/>
          </a:ln>
        </p:spPr>
        <p:txBody>
          <a:bodyPr spcFirstLastPara="1" wrap="square" lIns="101875" tIns="50925" rIns="101875" bIns="50925" anchor="b" anchorCtr="0">
            <a:noAutofit/>
          </a:bodyPr>
          <a:lstStyle>
            <a:lvl1pPr lvl="0" algn="l">
              <a:spcBef>
                <a:spcPts val="0"/>
              </a:spcBef>
              <a:spcAft>
                <a:spcPts val="0"/>
              </a:spcAft>
              <a:buSzPts val="6528"/>
              <a:buChar char="*"/>
              <a:defRPr sz="51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0"/>
        <p:cNvGrpSpPr/>
        <p:nvPr/>
      </p:nvGrpSpPr>
      <p:grpSpPr>
        <a:xfrm>
          <a:off x="0" y="0"/>
          <a:ext cx="0" cy="0"/>
          <a:chOff x="0" y="0"/>
          <a:chExt cx="0" cy="0"/>
        </a:xfrm>
      </p:grpSpPr>
      <p:sp>
        <p:nvSpPr>
          <p:cNvPr id="91" name="Google Shape;91;p12"/>
          <p:cNvSpPr txBox="1">
            <a:spLocks noGrp="1"/>
          </p:cNvSpPr>
          <p:nvPr>
            <p:ph type="title"/>
          </p:nvPr>
        </p:nvSpPr>
        <p:spPr>
          <a:xfrm>
            <a:off x="1972619" y="4955124"/>
            <a:ext cx="7163762" cy="1295400"/>
          </a:xfrm>
          <a:prstGeom prst="rect">
            <a:avLst/>
          </a:prstGeom>
          <a:noFill/>
          <a:ln>
            <a:noFill/>
          </a:ln>
        </p:spPr>
        <p:txBody>
          <a:bodyPr spcFirstLastPara="1" wrap="square" lIns="101875" tIns="50925" rIns="101875" bIns="50925" anchor="t" anchorCtr="0">
            <a:noAutofit/>
          </a:bodyPr>
          <a:lstStyle>
            <a:lvl1pPr lvl="0" algn="r">
              <a:spcBef>
                <a:spcPts val="0"/>
              </a:spcBef>
              <a:spcAft>
                <a:spcPts val="0"/>
              </a:spcAft>
              <a:buSzPts val="2304"/>
              <a:buChar char="*"/>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2"/>
          <p:cNvSpPr txBox="1">
            <a:spLocks noGrp="1"/>
          </p:cNvSpPr>
          <p:nvPr>
            <p:ph type="body" idx="1"/>
          </p:nvPr>
        </p:nvSpPr>
        <p:spPr>
          <a:xfrm rot="5400000">
            <a:off x="3646932" y="-722377"/>
            <a:ext cx="3938016" cy="7040880"/>
          </a:xfrm>
          <a:prstGeom prst="rect">
            <a:avLst/>
          </a:prstGeom>
          <a:noFill/>
          <a:ln>
            <a:noFill/>
          </a:ln>
        </p:spPr>
        <p:txBody>
          <a:bodyPr spcFirstLastPara="1" wrap="square" lIns="101875" tIns="50925" rIns="101875" bIns="50925" anchor="t" anchorCtr="0">
            <a:normAutofit/>
          </a:bodyPr>
          <a:lstStyle>
            <a:lvl1pPr marL="457200" lvl="0" indent="-377190" algn="l">
              <a:spcBef>
                <a:spcPts val="360"/>
              </a:spcBef>
              <a:spcAft>
                <a:spcPts val="0"/>
              </a:spcAft>
              <a:buSzPts val="2340"/>
              <a:buChar char="*"/>
              <a:defRPr/>
            </a:lvl1pPr>
            <a:lvl2pPr marL="914400" lvl="1" indent="-377190" algn="l">
              <a:spcBef>
                <a:spcPts val="360"/>
              </a:spcBef>
              <a:spcAft>
                <a:spcPts val="0"/>
              </a:spcAft>
              <a:buSzPts val="2340"/>
              <a:buChar char="*"/>
              <a:defRPr/>
            </a:lvl2pPr>
            <a:lvl3pPr marL="1371600" lvl="2" indent="-377189" algn="l">
              <a:spcBef>
                <a:spcPts val="360"/>
              </a:spcBef>
              <a:spcAft>
                <a:spcPts val="0"/>
              </a:spcAft>
              <a:buSzPts val="2340"/>
              <a:buChar char="*"/>
              <a:defRPr/>
            </a:lvl3pPr>
            <a:lvl4pPr marL="1828800" lvl="3" indent="-377189" algn="l">
              <a:spcBef>
                <a:spcPts val="360"/>
              </a:spcBef>
              <a:spcAft>
                <a:spcPts val="0"/>
              </a:spcAft>
              <a:buSzPts val="2340"/>
              <a:buChar char="*"/>
              <a:defRPr/>
            </a:lvl4pPr>
            <a:lvl5pPr marL="2286000" lvl="4" indent="-377189" algn="l">
              <a:spcBef>
                <a:spcPts val="360"/>
              </a:spcBef>
              <a:spcAft>
                <a:spcPts val="0"/>
              </a:spcAft>
              <a:buSzPts val="2340"/>
              <a:buChar char="*"/>
              <a:defRPr/>
            </a:lvl5pPr>
            <a:lvl6pPr marL="2743200" lvl="5" indent="-377189" algn="l">
              <a:spcBef>
                <a:spcPts val="360"/>
              </a:spcBef>
              <a:spcAft>
                <a:spcPts val="0"/>
              </a:spcAft>
              <a:buSzPts val="2340"/>
              <a:buChar char="*"/>
              <a:defRPr/>
            </a:lvl6pPr>
            <a:lvl7pPr marL="3200400" lvl="6" indent="-377189" algn="l">
              <a:spcBef>
                <a:spcPts val="360"/>
              </a:spcBef>
              <a:spcAft>
                <a:spcPts val="0"/>
              </a:spcAft>
              <a:buSzPts val="2340"/>
              <a:buChar char="*"/>
              <a:defRPr/>
            </a:lvl7pPr>
            <a:lvl8pPr marL="3657600" lvl="7" indent="-377190" algn="l">
              <a:spcBef>
                <a:spcPts val="360"/>
              </a:spcBef>
              <a:spcAft>
                <a:spcPts val="0"/>
              </a:spcAft>
              <a:buSzPts val="2340"/>
              <a:buChar char="*"/>
              <a:defRPr/>
            </a:lvl8pPr>
            <a:lvl9pPr marL="4114800" lvl="8" indent="-377190" algn="l">
              <a:spcBef>
                <a:spcPts val="360"/>
              </a:spcBef>
              <a:spcAft>
                <a:spcPts val="334"/>
              </a:spcAft>
              <a:buSzPts val="2340"/>
              <a:buChar char="*"/>
              <a:defRPr/>
            </a:lvl9pPr>
          </a:lstStyle>
          <a:p>
            <a:endParaRPr/>
          </a:p>
        </p:txBody>
      </p:sp>
      <p:sp>
        <p:nvSpPr>
          <p:cNvPr id="93" name="Google Shape;93;p12"/>
          <p:cNvSpPr txBox="1">
            <a:spLocks noGrp="1"/>
          </p:cNvSpPr>
          <p:nvPr>
            <p:ph type="dt" idx="10"/>
          </p:nvPr>
        </p:nvSpPr>
        <p:spPr>
          <a:xfrm>
            <a:off x="6789420" y="6995161"/>
            <a:ext cx="2766060" cy="413808"/>
          </a:xfrm>
          <a:prstGeom prst="rect">
            <a:avLst/>
          </a:prstGeom>
          <a:noFill/>
          <a:ln>
            <a:noFill/>
          </a:ln>
        </p:spPr>
        <p:txBody>
          <a:bodyPr spcFirstLastPara="1" wrap="square" lIns="101875" tIns="50925" rIns="101875" bIns="50925"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12"/>
          <p:cNvSpPr txBox="1">
            <a:spLocks noGrp="1"/>
          </p:cNvSpPr>
          <p:nvPr>
            <p:ph type="ftr" idx="11"/>
          </p:nvPr>
        </p:nvSpPr>
        <p:spPr>
          <a:xfrm>
            <a:off x="502920" y="6995161"/>
            <a:ext cx="3688081" cy="413808"/>
          </a:xfrm>
          <a:prstGeom prst="rect">
            <a:avLst/>
          </a:prstGeom>
          <a:noFill/>
          <a:ln>
            <a:noFill/>
          </a:ln>
        </p:spPr>
        <p:txBody>
          <a:bodyPr spcFirstLastPara="1" wrap="square" lIns="101875" tIns="50925" rIns="101875" bIns="509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12"/>
          <p:cNvSpPr txBox="1">
            <a:spLocks noGrp="1"/>
          </p:cNvSpPr>
          <p:nvPr>
            <p:ph type="sldNum" idx="12"/>
          </p:nvPr>
        </p:nvSpPr>
        <p:spPr>
          <a:xfrm>
            <a:off x="4191000" y="6995161"/>
            <a:ext cx="2011680" cy="413808"/>
          </a:xfrm>
          <a:prstGeom prst="rect">
            <a:avLst/>
          </a:prstGeom>
          <a:noFill/>
          <a:ln>
            <a:noFill/>
          </a:ln>
        </p:spPr>
        <p:txBody>
          <a:bodyPr spcFirstLastPara="1" wrap="square" lIns="101875" tIns="50925" rIns="101875" bIns="50925" anchor="ctr" anchorCtr="0">
            <a:noAutofit/>
          </a:bodyPr>
          <a:lstStyle>
            <a:lvl1pPr marL="0" lvl="0" indent="0" algn="r">
              <a:lnSpc>
                <a:spcPct val="100000"/>
              </a:lnSpc>
              <a:spcBef>
                <a:spcPts val="0"/>
              </a:spcBef>
              <a:spcAft>
                <a:spcPts val="0"/>
              </a:spcAft>
              <a:buSzPts val="1300"/>
              <a:buNone/>
              <a:defRPr/>
            </a:lvl1pPr>
            <a:lvl2pPr marL="0" lvl="1" indent="0" algn="r">
              <a:lnSpc>
                <a:spcPct val="100000"/>
              </a:lnSpc>
              <a:spcBef>
                <a:spcPts val="0"/>
              </a:spcBef>
              <a:spcAft>
                <a:spcPts val="0"/>
              </a:spcAft>
              <a:buSzPts val="1300"/>
              <a:buNone/>
              <a:defRPr/>
            </a:lvl2pPr>
            <a:lvl3pPr marL="0" lvl="2" indent="0" algn="r">
              <a:lnSpc>
                <a:spcPct val="100000"/>
              </a:lnSpc>
              <a:spcBef>
                <a:spcPts val="0"/>
              </a:spcBef>
              <a:spcAft>
                <a:spcPts val="0"/>
              </a:spcAft>
              <a:buSzPts val="1300"/>
              <a:buNone/>
              <a:defRPr/>
            </a:lvl3pPr>
            <a:lvl4pPr marL="0" lvl="3" indent="0" algn="r">
              <a:lnSpc>
                <a:spcPct val="100000"/>
              </a:lnSpc>
              <a:spcBef>
                <a:spcPts val="0"/>
              </a:spcBef>
              <a:spcAft>
                <a:spcPts val="0"/>
              </a:spcAft>
              <a:buSzPts val="1300"/>
              <a:buNone/>
              <a:defRPr/>
            </a:lvl4pPr>
            <a:lvl5pPr marL="0" lvl="4" indent="0" algn="r">
              <a:lnSpc>
                <a:spcPct val="100000"/>
              </a:lnSpc>
              <a:spcBef>
                <a:spcPts val="0"/>
              </a:spcBef>
              <a:spcAft>
                <a:spcPts val="0"/>
              </a:spcAft>
              <a:buSzPts val="1300"/>
              <a:buNone/>
              <a:defRPr/>
            </a:lvl5pPr>
            <a:lvl6pPr marL="0" lvl="5" indent="0" algn="r">
              <a:lnSpc>
                <a:spcPct val="100000"/>
              </a:lnSpc>
              <a:spcBef>
                <a:spcPts val="0"/>
              </a:spcBef>
              <a:spcAft>
                <a:spcPts val="0"/>
              </a:spcAft>
              <a:buSzPts val="1300"/>
              <a:buNone/>
              <a:defRPr/>
            </a:lvl6pPr>
            <a:lvl7pPr marL="0" lvl="6" indent="0" algn="r">
              <a:lnSpc>
                <a:spcPct val="100000"/>
              </a:lnSpc>
              <a:spcBef>
                <a:spcPts val="0"/>
              </a:spcBef>
              <a:spcAft>
                <a:spcPts val="0"/>
              </a:spcAft>
              <a:buSzPts val="1300"/>
              <a:buNone/>
              <a:defRPr/>
            </a:lvl7pPr>
            <a:lvl8pPr marL="0" lvl="7" indent="0" algn="r">
              <a:lnSpc>
                <a:spcPct val="100000"/>
              </a:lnSpc>
              <a:spcBef>
                <a:spcPts val="0"/>
              </a:spcBef>
              <a:spcAft>
                <a:spcPts val="0"/>
              </a:spcAft>
              <a:buSzPts val="1300"/>
              <a:buNone/>
              <a:defRPr/>
            </a:lvl8pPr>
            <a:lvl9pPr marL="0" lvl="8" indent="0" algn="r">
              <a:lnSpc>
                <a:spcPct val="100000"/>
              </a:lnSpc>
              <a:spcBef>
                <a:spcPts val="0"/>
              </a:spcBef>
              <a:spcAft>
                <a:spcPts val="0"/>
              </a:spcAft>
              <a:buSzPts val="1300"/>
              <a:buNone/>
              <a:defRPr/>
            </a:lvl9pPr>
          </a:lstStyle>
          <a:p>
            <a:pPr marL="0" lvl="0" indent="0" algn="r" rtl="0">
              <a:spcBef>
                <a:spcPts val="0"/>
              </a:spcBef>
              <a:spcAft>
                <a:spcPts val="0"/>
              </a:spcAft>
              <a:buNone/>
            </a:pPr>
            <a:fld id="{00000000-1234-1234-1234-123412341234}" type="slidenum">
              <a:rPr lang="en-US"/>
              <a:t>‹#›</a:t>
            </a:fld>
            <a:endParaRPr b="0" u="non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6"/>
        <p:cNvGrpSpPr/>
        <p:nvPr/>
      </p:nvGrpSpPr>
      <p:grpSpPr>
        <a:xfrm>
          <a:off x="0" y="0"/>
          <a:ext cx="0" cy="0"/>
          <a:chOff x="0" y="0"/>
          <a:chExt cx="0" cy="0"/>
        </a:xfrm>
      </p:grpSpPr>
      <p:sp>
        <p:nvSpPr>
          <p:cNvPr id="97" name="Google Shape;97;p13"/>
          <p:cNvSpPr txBox="1">
            <a:spLocks noGrp="1"/>
          </p:cNvSpPr>
          <p:nvPr>
            <p:ph type="title"/>
          </p:nvPr>
        </p:nvSpPr>
        <p:spPr>
          <a:xfrm rot="5400000">
            <a:off x="-567688" y="2263542"/>
            <a:ext cx="5936784" cy="2263140"/>
          </a:xfrm>
          <a:prstGeom prst="rect">
            <a:avLst/>
          </a:prstGeom>
          <a:noFill/>
          <a:ln>
            <a:noFill/>
          </a:ln>
        </p:spPr>
        <p:txBody>
          <a:bodyPr spcFirstLastPara="1" wrap="square" lIns="101875" tIns="50925" rIns="101875" bIns="50925" anchor="t" anchorCtr="0">
            <a:noAutofit/>
          </a:bodyPr>
          <a:lstStyle>
            <a:lvl1pPr lvl="0" algn="l">
              <a:spcBef>
                <a:spcPts val="0"/>
              </a:spcBef>
              <a:spcAft>
                <a:spcPts val="0"/>
              </a:spcAft>
              <a:buSzPts val="6528"/>
              <a:buChar char="*"/>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13"/>
          <p:cNvSpPr txBox="1">
            <a:spLocks noGrp="1"/>
          </p:cNvSpPr>
          <p:nvPr>
            <p:ph type="body" idx="1"/>
          </p:nvPr>
        </p:nvSpPr>
        <p:spPr>
          <a:xfrm rot="5400000">
            <a:off x="3538953" y="946627"/>
            <a:ext cx="5547360" cy="5312216"/>
          </a:xfrm>
          <a:prstGeom prst="rect">
            <a:avLst/>
          </a:prstGeom>
          <a:noFill/>
          <a:ln>
            <a:noFill/>
          </a:ln>
        </p:spPr>
        <p:txBody>
          <a:bodyPr spcFirstLastPara="1" wrap="square" lIns="101875" tIns="50925" rIns="101875" bIns="50925" anchor="t" anchorCtr="0">
            <a:normAutofit/>
          </a:bodyPr>
          <a:lstStyle>
            <a:lvl1pPr marL="457200" lvl="0" indent="-377190" algn="l">
              <a:spcBef>
                <a:spcPts val="360"/>
              </a:spcBef>
              <a:spcAft>
                <a:spcPts val="0"/>
              </a:spcAft>
              <a:buSzPts val="2340"/>
              <a:buChar char="*"/>
              <a:defRPr/>
            </a:lvl1pPr>
            <a:lvl2pPr marL="914400" lvl="1" indent="-377190" algn="l">
              <a:spcBef>
                <a:spcPts val="360"/>
              </a:spcBef>
              <a:spcAft>
                <a:spcPts val="0"/>
              </a:spcAft>
              <a:buSzPts val="2340"/>
              <a:buChar char="*"/>
              <a:defRPr/>
            </a:lvl2pPr>
            <a:lvl3pPr marL="1371600" lvl="2" indent="-377189" algn="l">
              <a:spcBef>
                <a:spcPts val="360"/>
              </a:spcBef>
              <a:spcAft>
                <a:spcPts val="0"/>
              </a:spcAft>
              <a:buSzPts val="2340"/>
              <a:buChar char="*"/>
              <a:defRPr/>
            </a:lvl3pPr>
            <a:lvl4pPr marL="1828800" lvl="3" indent="-377189" algn="l">
              <a:spcBef>
                <a:spcPts val="360"/>
              </a:spcBef>
              <a:spcAft>
                <a:spcPts val="0"/>
              </a:spcAft>
              <a:buSzPts val="2340"/>
              <a:buChar char="*"/>
              <a:defRPr/>
            </a:lvl4pPr>
            <a:lvl5pPr marL="2286000" lvl="4" indent="-377189" algn="l">
              <a:spcBef>
                <a:spcPts val="360"/>
              </a:spcBef>
              <a:spcAft>
                <a:spcPts val="0"/>
              </a:spcAft>
              <a:buSzPts val="2340"/>
              <a:buChar char="*"/>
              <a:defRPr/>
            </a:lvl5pPr>
            <a:lvl6pPr marL="2743200" lvl="5" indent="-377189" algn="l">
              <a:spcBef>
                <a:spcPts val="360"/>
              </a:spcBef>
              <a:spcAft>
                <a:spcPts val="0"/>
              </a:spcAft>
              <a:buSzPts val="2340"/>
              <a:buChar char="*"/>
              <a:defRPr/>
            </a:lvl6pPr>
            <a:lvl7pPr marL="3200400" lvl="6" indent="-377189" algn="l">
              <a:spcBef>
                <a:spcPts val="360"/>
              </a:spcBef>
              <a:spcAft>
                <a:spcPts val="0"/>
              </a:spcAft>
              <a:buSzPts val="2340"/>
              <a:buChar char="*"/>
              <a:defRPr/>
            </a:lvl7pPr>
            <a:lvl8pPr marL="3657600" lvl="7" indent="-377190" algn="l">
              <a:spcBef>
                <a:spcPts val="360"/>
              </a:spcBef>
              <a:spcAft>
                <a:spcPts val="0"/>
              </a:spcAft>
              <a:buSzPts val="2340"/>
              <a:buChar char="*"/>
              <a:defRPr/>
            </a:lvl8pPr>
            <a:lvl9pPr marL="4114800" lvl="8" indent="-377190" algn="l">
              <a:spcBef>
                <a:spcPts val="360"/>
              </a:spcBef>
              <a:spcAft>
                <a:spcPts val="334"/>
              </a:spcAft>
              <a:buSzPts val="2340"/>
              <a:buChar char="*"/>
              <a:defRPr/>
            </a:lvl9pPr>
          </a:lstStyle>
          <a:p>
            <a:endParaRPr/>
          </a:p>
        </p:txBody>
      </p:sp>
      <p:sp>
        <p:nvSpPr>
          <p:cNvPr id="99" name="Google Shape;99;p13"/>
          <p:cNvSpPr txBox="1">
            <a:spLocks noGrp="1"/>
          </p:cNvSpPr>
          <p:nvPr>
            <p:ph type="dt" idx="10"/>
          </p:nvPr>
        </p:nvSpPr>
        <p:spPr>
          <a:xfrm>
            <a:off x="6789420" y="6995161"/>
            <a:ext cx="2766060" cy="413808"/>
          </a:xfrm>
          <a:prstGeom prst="rect">
            <a:avLst/>
          </a:prstGeom>
          <a:noFill/>
          <a:ln>
            <a:noFill/>
          </a:ln>
        </p:spPr>
        <p:txBody>
          <a:bodyPr spcFirstLastPara="1" wrap="square" lIns="101875" tIns="50925" rIns="101875" bIns="50925"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13"/>
          <p:cNvSpPr txBox="1">
            <a:spLocks noGrp="1"/>
          </p:cNvSpPr>
          <p:nvPr>
            <p:ph type="ftr" idx="11"/>
          </p:nvPr>
        </p:nvSpPr>
        <p:spPr>
          <a:xfrm>
            <a:off x="502920" y="6995161"/>
            <a:ext cx="3688081" cy="413808"/>
          </a:xfrm>
          <a:prstGeom prst="rect">
            <a:avLst/>
          </a:prstGeom>
          <a:noFill/>
          <a:ln>
            <a:noFill/>
          </a:ln>
        </p:spPr>
        <p:txBody>
          <a:bodyPr spcFirstLastPara="1" wrap="square" lIns="101875" tIns="50925" rIns="101875" bIns="509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13"/>
          <p:cNvSpPr txBox="1">
            <a:spLocks noGrp="1"/>
          </p:cNvSpPr>
          <p:nvPr>
            <p:ph type="sldNum" idx="12"/>
          </p:nvPr>
        </p:nvSpPr>
        <p:spPr>
          <a:xfrm>
            <a:off x="4191000" y="6995161"/>
            <a:ext cx="2011680" cy="413808"/>
          </a:xfrm>
          <a:prstGeom prst="rect">
            <a:avLst/>
          </a:prstGeom>
          <a:noFill/>
          <a:ln>
            <a:noFill/>
          </a:ln>
        </p:spPr>
        <p:txBody>
          <a:bodyPr spcFirstLastPara="1" wrap="square" lIns="101875" tIns="50925" rIns="101875" bIns="50925" anchor="ctr" anchorCtr="0">
            <a:noAutofit/>
          </a:bodyPr>
          <a:lstStyle>
            <a:lvl1pPr marL="0" lvl="0" indent="0" algn="r">
              <a:lnSpc>
                <a:spcPct val="100000"/>
              </a:lnSpc>
              <a:spcBef>
                <a:spcPts val="0"/>
              </a:spcBef>
              <a:spcAft>
                <a:spcPts val="0"/>
              </a:spcAft>
              <a:buSzPts val="1300"/>
              <a:buNone/>
              <a:defRPr/>
            </a:lvl1pPr>
            <a:lvl2pPr marL="0" lvl="1" indent="0" algn="r">
              <a:lnSpc>
                <a:spcPct val="100000"/>
              </a:lnSpc>
              <a:spcBef>
                <a:spcPts val="0"/>
              </a:spcBef>
              <a:spcAft>
                <a:spcPts val="0"/>
              </a:spcAft>
              <a:buSzPts val="1300"/>
              <a:buNone/>
              <a:defRPr/>
            </a:lvl2pPr>
            <a:lvl3pPr marL="0" lvl="2" indent="0" algn="r">
              <a:lnSpc>
                <a:spcPct val="100000"/>
              </a:lnSpc>
              <a:spcBef>
                <a:spcPts val="0"/>
              </a:spcBef>
              <a:spcAft>
                <a:spcPts val="0"/>
              </a:spcAft>
              <a:buSzPts val="1300"/>
              <a:buNone/>
              <a:defRPr/>
            </a:lvl3pPr>
            <a:lvl4pPr marL="0" lvl="3" indent="0" algn="r">
              <a:lnSpc>
                <a:spcPct val="100000"/>
              </a:lnSpc>
              <a:spcBef>
                <a:spcPts val="0"/>
              </a:spcBef>
              <a:spcAft>
                <a:spcPts val="0"/>
              </a:spcAft>
              <a:buSzPts val="1300"/>
              <a:buNone/>
              <a:defRPr/>
            </a:lvl4pPr>
            <a:lvl5pPr marL="0" lvl="4" indent="0" algn="r">
              <a:lnSpc>
                <a:spcPct val="100000"/>
              </a:lnSpc>
              <a:spcBef>
                <a:spcPts val="0"/>
              </a:spcBef>
              <a:spcAft>
                <a:spcPts val="0"/>
              </a:spcAft>
              <a:buSzPts val="1300"/>
              <a:buNone/>
              <a:defRPr/>
            </a:lvl5pPr>
            <a:lvl6pPr marL="0" lvl="5" indent="0" algn="r">
              <a:lnSpc>
                <a:spcPct val="100000"/>
              </a:lnSpc>
              <a:spcBef>
                <a:spcPts val="0"/>
              </a:spcBef>
              <a:spcAft>
                <a:spcPts val="0"/>
              </a:spcAft>
              <a:buSzPts val="1300"/>
              <a:buNone/>
              <a:defRPr/>
            </a:lvl6pPr>
            <a:lvl7pPr marL="0" lvl="6" indent="0" algn="r">
              <a:lnSpc>
                <a:spcPct val="100000"/>
              </a:lnSpc>
              <a:spcBef>
                <a:spcPts val="0"/>
              </a:spcBef>
              <a:spcAft>
                <a:spcPts val="0"/>
              </a:spcAft>
              <a:buSzPts val="1300"/>
              <a:buNone/>
              <a:defRPr/>
            </a:lvl7pPr>
            <a:lvl8pPr marL="0" lvl="7" indent="0" algn="r">
              <a:lnSpc>
                <a:spcPct val="100000"/>
              </a:lnSpc>
              <a:spcBef>
                <a:spcPts val="0"/>
              </a:spcBef>
              <a:spcAft>
                <a:spcPts val="0"/>
              </a:spcAft>
              <a:buSzPts val="1300"/>
              <a:buNone/>
              <a:defRPr/>
            </a:lvl8pPr>
            <a:lvl9pPr marL="0" lvl="8" indent="0" algn="r">
              <a:lnSpc>
                <a:spcPct val="100000"/>
              </a:lnSpc>
              <a:spcBef>
                <a:spcPts val="0"/>
              </a:spcBef>
              <a:spcAft>
                <a:spcPts val="0"/>
              </a:spcAft>
              <a:buSzPts val="1300"/>
              <a:buNone/>
              <a:defRPr/>
            </a:lvl9pPr>
          </a:lstStyle>
          <a:p>
            <a:pPr marL="0" lvl="0" indent="0" algn="r" rtl="0">
              <a:spcBef>
                <a:spcPts val="0"/>
              </a:spcBef>
              <a:spcAft>
                <a:spcPts val="0"/>
              </a:spcAft>
              <a:buNone/>
            </a:pPr>
            <a:fld id="{00000000-1234-1234-1234-123412341234}" type="slidenum">
              <a:rPr lang="en-US"/>
              <a:t>‹#›</a:t>
            </a:fld>
            <a:endParaRPr b="0" u="non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99D4FE"/>
            </a:gs>
            <a:gs pos="60000">
              <a:srgbClr val="FFFFFF"/>
            </a:gs>
            <a:gs pos="100000">
              <a:srgbClr val="54BDFF"/>
            </a:gs>
          </a:gsLst>
          <a:path path="circle">
            <a:fillToRect l="50000" t="50000" r="50000" b="50000"/>
          </a:path>
          <a:tileRect/>
        </a:gradFill>
        <a:effectLst/>
      </p:bgPr>
    </p:bg>
    <p:spTree>
      <p:nvGrpSpPr>
        <p:cNvPr id="1" name="Shape 5"/>
        <p:cNvGrpSpPr/>
        <p:nvPr/>
      </p:nvGrpSpPr>
      <p:grpSpPr>
        <a:xfrm>
          <a:off x="0" y="0"/>
          <a:ext cx="0" cy="0"/>
          <a:chOff x="0" y="0"/>
          <a:chExt cx="0" cy="0"/>
        </a:xfrm>
      </p:grpSpPr>
      <p:sp>
        <p:nvSpPr>
          <p:cNvPr id="6" name="Google Shape;6;p1"/>
          <p:cNvSpPr/>
          <p:nvPr/>
        </p:nvSpPr>
        <p:spPr>
          <a:xfrm>
            <a:off x="0" y="5786120"/>
            <a:ext cx="10058400" cy="1986280"/>
          </a:xfrm>
          <a:prstGeom prst="rect">
            <a:avLst/>
          </a:prstGeom>
          <a:gradFill>
            <a:gsLst>
              <a:gs pos="0">
                <a:srgbClr val="FFFFFF">
                  <a:alpha val="90980"/>
                </a:srgbClr>
              </a:gs>
              <a:gs pos="37000">
                <a:srgbClr val="FFFFFF">
                  <a:alpha val="75686"/>
                </a:srgbClr>
              </a:gs>
              <a:gs pos="100000">
                <a:srgbClr val="B4DCFA">
                  <a:alpha val="78823"/>
                </a:srgbClr>
              </a:gs>
            </a:gsLst>
            <a:path path="circle">
              <a:fillToRect l="50000" t="50000" r="50000" b="50000"/>
            </a:path>
            <a:tileRect/>
          </a:gradFill>
          <a:ln>
            <a:noFill/>
          </a:ln>
        </p:spPr>
        <p:txBody>
          <a:bodyPr spcFirstLastPara="1" wrap="square" lIns="101875" tIns="50925" rIns="101875" bIns="5092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 name="Google Shape;7;p1"/>
          <p:cNvSpPr/>
          <p:nvPr/>
        </p:nvSpPr>
        <p:spPr>
          <a:xfrm>
            <a:off x="0" y="0"/>
            <a:ext cx="10058400" cy="5786120"/>
          </a:xfrm>
          <a:prstGeom prst="rect">
            <a:avLst/>
          </a:prstGeom>
          <a:gradFill>
            <a:gsLst>
              <a:gs pos="0">
                <a:srgbClr val="FFFFFF">
                  <a:alpha val="88627"/>
                </a:srgbClr>
              </a:gs>
              <a:gs pos="48000">
                <a:srgbClr val="FFFFFF">
                  <a:alpha val="61960"/>
                </a:srgbClr>
              </a:gs>
              <a:gs pos="100000">
                <a:srgbClr val="B4DCFA">
                  <a:alpha val="78823"/>
                </a:srgbClr>
              </a:gs>
            </a:gsLst>
            <a:path path="circle">
              <a:fillToRect l="50000" t="50000" r="50000" b="50000"/>
            </a:path>
            <a:tileRect/>
          </a:gradFill>
          <a:ln>
            <a:noFill/>
          </a:ln>
        </p:spPr>
        <p:txBody>
          <a:bodyPr spcFirstLastPara="1" wrap="square" lIns="101875" tIns="50925" rIns="101875" bIns="5092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8" name="Google Shape;8;p1"/>
          <p:cNvSpPr/>
          <p:nvPr/>
        </p:nvSpPr>
        <p:spPr>
          <a:xfrm>
            <a:off x="0" y="4270745"/>
            <a:ext cx="10058400" cy="2590800"/>
          </a:xfrm>
          <a:prstGeom prst="rect">
            <a:avLst/>
          </a:prstGeom>
          <a:gradFill>
            <a:gsLst>
              <a:gs pos="0">
                <a:srgbClr val="FFFFFF">
                  <a:alpha val="0"/>
                </a:srgbClr>
              </a:gs>
              <a:gs pos="29000">
                <a:srgbClr val="FFFFFF">
                  <a:alpha val="29803"/>
                </a:srgbClr>
              </a:gs>
              <a:gs pos="45000">
                <a:srgbClr val="B4DCFA">
                  <a:alpha val="40000"/>
                </a:srgbClr>
              </a:gs>
              <a:gs pos="55000">
                <a:srgbClr val="FFFFFF">
                  <a:alpha val="25882"/>
                </a:srgbClr>
              </a:gs>
              <a:gs pos="65000">
                <a:srgbClr val="B4DCFA">
                  <a:alpha val="60000"/>
                </a:srgbClr>
              </a:gs>
              <a:gs pos="100000">
                <a:srgbClr val="FFFFFF">
                  <a:alpha val="0"/>
                </a:srgbClr>
              </a:gs>
            </a:gsLst>
            <a:lin ang="5400000" scaled="0"/>
          </a:gradFill>
          <a:ln>
            <a:noFill/>
          </a:ln>
        </p:spPr>
        <p:txBody>
          <a:bodyPr spcFirstLastPara="1" wrap="square" lIns="101875" tIns="50925" rIns="101875" bIns="5092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9" name="Google Shape;9;p1"/>
          <p:cNvSpPr/>
          <p:nvPr/>
        </p:nvSpPr>
        <p:spPr>
          <a:xfrm>
            <a:off x="0" y="1813560"/>
            <a:ext cx="10058400" cy="5786120"/>
          </a:xfrm>
          <a:prstGeom prst="ellipse">
            <a:avLst/>
          </a:prstGeom>
          <a:gradFill>
            <a:gsLst>
              <a:gs pos="0">
                <a:schemeClr val="lt1"/>
              </a:gs>
              <a:gs pos="56000">
                <a:srgbClr val="FFFFFF">
                  <a:alpha val="0"/>
                </a:srgbClr>
              </a:gs>
              <a:gs pos="100000">
                <a:srgbClr val="FFFFFF">
                  <a:alpha val="0"/>
                </a:srgbClr>
              </a:gs>
            </a:gsLst>
            <a:path path="circle">
              <a:fillToRect l="50000" t="50000" r="50000" b="50000"/>
            </a:path>
            <a:tileRect/>
          </a:gradFill>
          <a:ln>
            <a:noFill/>
          </a:ln>
        </p:spPr>
        <p:txBody>
          <a:bodyPr spcFirstLastPara="1" wrap="square" lIns="101875" tIns="50925" rIns="101875" bIns="5092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 name="Google Shape;10;p1"/>
          <p:cNvSpPr txBox="1">
            <a:spLocks noGrp="1"/>
          </p:cNvSpPr>
          <p:nvPr>
            <p:ph type="title"/>
          </p:nvPr>
        </p:nvSpPr>
        <p:spPr>
          <a:xfrm>
            <a:off x="1972619" y="4955124"/>
            <a:ext cx="7163762" cy="1295400"/>
          </a:xfrm>
          <a:prstGeom prst="rect">
            <a:avLst/>
          </a:prstGeom>
          <a:noFill/>
          <a:ln>
            <a:noFill/>
          </a:ln>
        </p:spPr>
        <p:txBody>
          <a:bodyPr spcFirstLastPara="1" wrap="square" lIns="101875" tIns="50925" rIns="101875" bIns="50925" anchor="t" anchorCtr="0">
            <a:noAutofit/>
          </a:bodyPr>
          <a:lstStyle>
            <a:lvl1pPr marR="0" lvl="0" algn="r" rtl="0">
              <a:spcBef>
                <a:spcPts val="0"/>
              </a:spcBef>
              <a:spcAft>
                <a:spcPts val="0"/>
              </a:spcAft>
              <a:buClr>
                <a:srgbClr val="C3260C"/>
              </a:buClr>
              <a:buSzPts val="6528"/>
              <a:buFont typeface="Georgia"/>
              <a:buChar char="*"/>
              <a:defRPr sz="5100" b="1" i="0" u="none" strike="noStrike" cap="none">
                <a:solidFill>
                  <a:schemeClr val="dk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1" name="Google Shape;11;p1"/>
          <p:cNvSpPr txBox="1">
            <a:spLocks noGrp="1"/>
          </p:cNvSpPr>
          <p:nvPr>
            <p:ph type="body" idx="1"/>
          </p:nvPr>
        </p:nvSpPr>
        <p:spPr>
          <a:xfrm>
            <a:off x="1257300" y="829895"/>
            <a:ext cx="7040880" cy="3938016"/>
          </a:xfrm>
          <a:prstGeom prst="rect">
            <a:avLst/>
          </a:prstGeom>
          <a:noFill/>
          <a:ln>
            <a:noFill/>
          </a:ln>
        </p:spPr>
        <p:txBody>
          <a:bodyPr spcFirstLastPara="1" wrap="square" lIns="101875" tIns="50925" rIns="101875" bIns="50925" anchor="t" anchorCtr="0">
            <a:normAutofit/>
          </a:bodyPr>
          <a:lstStyle>
            <a:lvl1pPr marL="457200" marR="0" lvl="0" indent="-434975" algn="l" rtl="0">
              <a:spcBef>
                <a:spcPts val="500"/>
              </a:spcBef>
              <a:spcAft>
                <a:spcPts val="0"/>
              </a:spcAft>
              <a:buClr>
                <a:srgbClr val="C3260C"/>
              </a:buClr>
              <a:buSzPts val="3250"/>
              <a:buFont typeface="Georgia"/>
              <a:buChar char="*"/>
              <a:defRPr sz="2500" b="0" i="0" u="none" strike="noStrike" cap="none">
                <a:solidFill>
                  <a:srgbClr val="3F3F3F"/>
                </a:solidFill>
                <a:latin typeface="Trebuchet MS"/>
                <a:ea typeface="Trebuchet MS"/>
                <a:cs typeface="Trebuchet MS"/>
                <a:sym typeface="Trebuchet MS"/>
              </a:defRPr>
            </a:lvl1pPr>
            <a:lvl2pPr marL="914400" marR="0" lvl="1" indent="-410210" algn="l" rtl="0">
              <a:spcBef>
                <a:spcPts val="440"/>
              </a:spcBef>
              <a:spcAft>
                <a:spcPts val="0"/>
              </a:spcAft>
              <a:buClr>
                <a:srgbClr val="C3260C"/>
              </a:buClr>
              <a:buSzPts val="2860"/>
              <a:buFont typeface="Georgia"/>
              <a:buChar char="*"/>
              <a:defRPr sz="2200" b="0" i="0" u="none" strike="noStrike" cap="none">
                <a:solidFill>
                  <a:srgbClr val="3F3F3F"/>
                </a:solidFill>
                <a:latin typeface="Trebuchet MS"/>
                <a:ea typeface="Trebuchet MS"/>
                <a:cs typeface="Trebuchet MS"/>
                <a:sym typeface="Trebuchet MS"/>
              </a:defRPr>
            </a:lvl2pPr>
            <a:lvl3pPr marL="1371600" marR="0" lvl="2" indent="-393700" algn="l" rtl="0">
              <a:spcBef>
                <a:spcPts val="400"/>
              </a:spcBef>
              <a:spcAft>
                <a:spcPts val="0"/>
              </a:spcAft>
              <a:buClr>
                <a:srgbClr val="C3260C"/>
              </a:buClr>
              <a:buSzPts val="2600"/>
              <a:buFont typeface="Georgia"/>
              <a:buChar char="*"/>
              <a:defRPr sz="2000" b="0" i="0" u="none" strike="noStrike" cap="none">
                <a:solidFill>
                  <a:srgbClr val="3F3F3F"/>
                </a:solidFill>
                <a:latin typeface="Trebuchet MS"/>
                <a:ea typeface="Trebuchet MS"/>
                <a:cs typeface="Trebuchet MS"/>
                <a:sym typeface="Trebuchet MS"/>
              </a:defRPr>
            </a:lvl3pPr>
            <a:lvl4pPr marL="1828800" marR="0" lvl="3" indent="-377189" algn="l" rtl="0">
              <a:spcBef>
                <a:spcPts val="360"/>
              </a:spcBef>
              <a:spcAft>
                <a:spcPts val="0"/>
              </a:spcAft>
              <a:buClr>
                <a:srgbClr val="C3260C"/>
              </a:buClr>
              <a:buSzPts val="2340"/>
              <a:buFont typeface="Georgia"/>
              <a:buChar char="*"/>
              <a:defRPr sz="1800" b="0" i="0" u="none" strike="noStrike" cap="none">
                <a:solidFill>
                  <a:srgbClr val="3F3F3F"/>
                </a:solidFill>
                <a:latin typeface="Trebuchet MS"/>
                <a:ea typeface="Trebuchet MS"/>
                <a:cs typeface="Trebuchet MS"/>
                <a:sym typeface="Trebuchet MS"/>
              </a:defRPr>
            </a:lvl4pPr>
            <a:lvl5pPr marL="2286000" marR="0" lvl="4" indent="-360679" algn="l" rtl="0">
              <a:spcBef>
                <a:spcPts val="334"/>
              </a:spcBef>
              <a:spcAft>
                <a:spcPts val="0"/>
              </a:spcAft>
              <a:buClr>
                <a:srgbClr val="C3260C"/>
              </a:buClr>
              <a:buSzPts val="2080"/>
              <a:buFont typeface="Georgia"/>
              <a:buChar char="*"/>
              <a:defRPr sz="1600" b="0" i="0" u="none" strike="noStrike" cap="none">
                <a:solidFill>
                  <a:srgbClr val="3F3F3F"/>
                </a:solidFill>
                <a:latin typeface="Trebuchet MS"/>
                <a:ea typeface="Trebuchet MS"/>
                <a:cs typeface="Trebuchet MS"/>
                <a:sym typeface="Trebuchet MS"/>
              </a:defRPr>
            </a:lvl5pPr>
            <a:lvl6pPr marL="2743200" marR="0" lvl="5" indent="-360679" algn="l" rtl="0">
              <a:spcBef>
                <a:spcPts val="334"/>
              </a:spcBef>
              <a:spcAft>
                <a:spcPts val="0"/>
              </a:spcAft>
              <a:buClr>
                <a:srgbClr val="C3260C"/>
              </a:buClr>
              <a:buSzPts val="2080"/>
              <a:buFont typeface="Georgia"/>
              <a:buChar char="*"/>
              <a:defRPr sz="1600" b="0" i="0" u="none" strike="noStrike" cap="none">
                <a:solidFill>
                  <a:srgbClr val="3F3F3F"/>
                </a:solidFill>
                <a:latin typeface="Trebuchet MS"/>
                <a:ea typeface="Trebuchet MS"/>
                <a:cs typeface="Trebuchet MS"/>
                <a:sym typeface="Trebuchet MS"/>
              </a:defRPr>
            </a:lvl6pPr>
            <a:lvl7pPr marL="3200400" marR="0" lvl="6" indent="-360679" algn="l" rtl="0">
              <a:spcBef>
                <a:spcPts val="334"/>
              </a:spcBef>
              <a:spcAft>
                <a:spcPts val="0"/>
              </a:spcAft>
              <a:buClr>
                <a:srgbClr val="C3260C"/>
              </a:buClr>
              <a:buSzPts val="2080"/>
              <a:buFont typeface="Georgia"/>
              <a:buChar char="*"/>
              <a:defRPr sz="1600" b="0" i="0" u="none" strike="noStrike" cap="none">
                <a:solidFill>
                  <a:srgbClr val="3F3F3F"/>
                </a:solidFill>
                <a:latin typeface="Trebuchet MS"/>
                <a:ea typeface="Trebuchet MS"/>
                <a:cs typeface="Trebuchet MS"/>
                <a:sym typeface="Trebuchet MS"/>
              </a:defRPr>
            </a:lvl7pPr>
            <a:lvl8pPr marL="3657600" marR="0" lvl="7" indent="-360679" algn="l" rtl="0">
              <a:spcBef>
                <a:spcPts val="334"/>
              </a:spcBef>
              <a:spcAft>
                <a:spcPts val="0"/>
              </a:spcAft>
              <a:buClr>
                <a:srgbClr val="C3260C"/>
              </a:buClr>
              <a:buSzPts val="2080"/>
              <a:buFont typeface="Georgia"/>
              <a:buChar char="*"/>
              <a:defRPr sz="1600" b="0" i="0" u="none" strike="noStrike" cap="none">
                <a:solidFill>
                  <a:srgbClr val="3F3F3F"/>
                </a:solidFill>
                <a:latin typeface="Trebuchet MS"/>
                <a:ea typeface="Trebuchet MS"/>
                <a:cs typeface="Trebuchet MS"/>
                <a:sym typeface="Trebuchet MS"/>
              </a:defRPr>
            </a:lvl8pPr>
            <a:lvl9pPr marL="4114800" marR="0" lvl="8" indent="-360679" algn="l" rtl="0">
              <a:spcBef>
                <a:spcPts val="334"/>
              </a:spcBef>
              <a:spcAft>
                <a:spcPts val="334"/>
              </a:spcAft>
              <a:buClr>
                <a:srgbClr val="C3260C"/>
              </a:buClr>
              <a:buSzPts val="2080"/>
              <a:buFont typeface="Georgia"/>
              <a:buChar char="*"/>
              <a:defRPr sz="1600" b="0" i="0" u="none" strike="noStrike" cap="none">
                <a:solidFill>
                  <a:srgbClr val="3F3F3F"/>
                </a:solidFill>
                <a:latin typeface="Trebuchet MS"/>
                <a:ea typeface="Trebuchet MS"/>
                <a:cs typeface="Trebuchet MS"/>
                <a:sym typeface="Trebuchet MS"/>
              </a:defRPr>
            </a:lvl9pPr>
          </a:lstStyle>
          <a:p>
            <a:endParaRPr/>
          </a:p>
        </p:txBody>
      </p:sp>
      <p:sp>
        <p:nvSpPr>
          <p:cNvPr id="12" name="Google Shape;12;p1"/>
          <p:cNvSpPr txBox="1">
            <a:spLocks noGrp="1"/>
          </p:cNvSpPr>
          <p:nvPr>
            <p:ph type="dt" idx="10"/>
          </p:nvPr>
        </p:nvSpPr>
        <p:spPr>
          <a:xfrm>
            <a:off x="6789420" y="6995161"/>
            <a:ext cx="2766060" cy="413808"/>
          </a:xfrm>
          <a:prstGeom prst="rect">
            <a:avLst/>
          </a:prstGeom>
          <a:noFill/>
          <a:ln>
            <a:noFill/>
          </a:ln>
        </p:spPr>
        <p:txBody>
          <a:bodyPr spcFirstLastPara="1" wrap="square" lIns="101875" tIns="50925" rIns="101875" bIns="50925" anchor="ctr" anchorCtr="0">
            <a:noAutofit/>
          </a:bodyPr>
          <a:lstStyle>
            <a:lvl1pPr marR="0" lvl="0" algn="r" rtl="0">
              <a:lnSpc>
                <a:spcPct val="100000"/>
              </a:lnSpc>
              <a:spcBef>
                <a:spcPts val="0"/>
              </a:spcBef>
              <a:spcAft>
                <a:spcPts val="0"/>
              </a:spcAft>
              <a:buSzPts val="1400"/>
              <a:buNone/>
              <a:defRPr sz="1200" b="1" i="0" u="none" strike="noStrike" cap="none">
                <a:solidFill>
                  <a:srgbClr val="7F7F7F"/>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502920" y="6995161"/>
            <a:ext cx="3688081" cy="413808"/>
          </a:xfrm>
          <a:prstGeom prst="rect">
            <a:avLst/>
          </a:prstGeom>
          <a:noFill/>
          <a:ln>
            <a:noFill/>
          </a:ln>
        </p:spPr>
        <p:txBody>
          <a:bodyPr spcFirstLastPara="1" wrap="square" lIns="101875" tIns="50925" rIns="101875" bIns="50925" anchor="ctr" anchorCtr="0">
            <a:noAutofit/>
          </a:bodyPr>
          <a:lstStyle>
            <a:lvl1pPr marR="0" lvl="0" algn="l" rtl="0">
              <a:lnSpc>
                <a:spcPct val="100000"/>
              </a:lnSpc>
              <a:spcBef>
                <a:spcPts val="0"/>
              </a:spcBef>
              <a:spcAft>
                <a:spcPts val="0"/>
              </a:spcAft>
              <a:buSzPts val="1400"/>
              <a:buNone/>
              <a:defRPr sz="1200" b="1" i="0" u="none" strike="noStrike" cap="none">
                <a:solidFill>
                  <a:srgbClr val="7F7F7F"/>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4191000" y="6995161"/>
            <a:ext cx="2011680" cy="413808"/>
          </a:xfrm>
          <a:prstGeom prst="rect">
            <a:avLst/>
          </a:prstGeom>
          <a:noFill/>
          <a:ln>
            <a:noFill/>
          </a:ln>
        </p:spPr>
        <p:txBody>
          <a:bodyPr spcFirstLastPara="1" wrap="square" lIns="101875" tIns="50925" rIns="101875" bIns="50925" anchor="ctr" anchorCtr="0">
            <a:noAutofit/>
          </a:bodyPr>
          <a:lstStyle>
            <a:lvl1pPr marL="0" marR="0" lvl="0" indent="0" algn="r" rtl="0">
              <a:lnSpc>
                <a:spcPct val="100000"/>
              </a:lnSpc>
              <a:spcBef>
                <a:spcPts val="0"/>
              </a:spcBef>
              <a:spcAft>
                <a:spcPts val="0"/>
              </a:spcAft>
              <a:buClr>
                <a:srgbClr val="000000"/>
              </a:buClr>
              <a:buSzPts val="1300"/>
              <a:buFont typeface="Arial"/>
              <a:buNone/>
              <a:defRPr sz="1300" b="1" i="0" u="none" strike="noStrike" cap="none">
                <a:solidFill>
                  <a:srgbClr val="7F7F7F"/>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300"/>
              <a:buFont typeface="Arial"/>
              <a:buNone/>
              <a:defRPr sz="1300" b="1" i="0" u="none" strike="noStrike" cap="none">
                <a:solidFill>
                  <a:srgbClr val="7F7F7F"/>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300"/>
              <a:buFont typeface="Arial"/>
              <a:buNone/>
              <a:defRPr sz="1300" b="1" i="0" u="none" strike="noStrike" cap="none">
                <a:solidFill>
                  <a:srgbClr val="7F7F7F"/>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300"/>
              <a:buFont typeface="Arial"/>
              <a:buNone/>
              <a:defRPr sz="1300" b="1" i="0" u="none" strike="noStrike" cap="none">
                <a:solidFill>
                  <a:srgbClr val="7F7F7F"/>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300"/>
              <a:buFont typeface="Arial"/>
              <a:buNone/>
              <a:defRPr sz="1300" b="1" i="0" u="none" strike="noStrike" cap="none">
                <a:solidFill>
                  <a:srgbClr val="7F7F7F"/>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300"/>
              <a:buFont typeface="Arial"/>
              <a:buNone/>
              <a:defRPr sz="1300" b="1" i="0" u="none" strike="noStrike" cap="none">
                <a:solidFill>
                  <a:srgbClr val="7F7F7F"/>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300"/>
              <a:buFont typeface="Arial"/>
              <a:buNone/>
              <a:defRPr sz="1300" b="1" i="0" u="none" strike="noStrike" cap="none">
                <a:solidFill>
                  <a:srgbClr val="7F7F7F"/>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300"/>
              <a:buFont typeface="Arial"/>
              <a:buNone/>
              <a:defRPr sz="1300" b="1" i="0" u="none" strike="noStrike" cap="none">
                <a:solidFill>
                  <a:srgbClr val="7F7F7F"/>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300"/>
              <a:buFont typeface="Arial"/>
              <a:buNone/>
              <a:defRPr sz="1300" b="1" i="0" u="none" strike="noStrike" cap="none">
                <a:solidFill>
                  <a:srgbClr val="7F7F7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b="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7.jpg"/><Relationship Id="rId4" Type="http://schemas.openxmlformats.org/officeDocument/2006/relationships/image" Target="../media/image6.jp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4"/>
          <p:cNvSpPr txBox="1">
            <a:spLocks noGrp="1"/>
          </p:cNvSpPr>
          <p:nvPr>
            <p:ph type="ctrTitle"/>
          </p:nvPr>
        </p:nvSpPr>
        <p:spPr>
          <a:xfrm>
            <a:off x="171451" y="123444"/>
            <a:ext cx="9175500" cy="1970100"/>
          </a:xfrm>
          <a:prstGeom prst="rect">
            <a:avLst/>
          </a:prstGeom>
          <a:noFill/>
          <a:ln>
            <a:noFill/>
          </a:ln>
        </p:spPr>
        <p:txBody>
          <a:bodyPr spcFirstLastPara="1" wrap="square" lIns="0" tIns="0" rIns="0" bIns="0" anchor="t" anchorCtr="0">
            <a:spAutoFit/>
          </a:bodyPr>
          <a:lstStyle/>
          <a:p>
            <a:pPr marL="1085215" lvl="0" indent="0" algn="ctr" rtl="0">
              <a:spcBef>
                <a:spcPts val="0"/>
              </a:spcBef>
              <a:spcAft>
                <a:spcPts val="0"/>
              </a:spcAft>
              <a:buSzPts val="1400"/>
              <a:buNone/>
            </a:pPr>
            <a:r>
              <a:rPr lang="en-US" sz="1800" dirty="0">
                <a:solidFill>
                  <a:srgbClr val="454545"/>
                </a:solidFill>
                <a:latin typeface="Times New Roman"/>
                <a:ea typeface="Times New Roman"/>
                <a:cs typeface="Times New Roman"/>
                <a:sym typeface="Times New Roman"/>
              </a:rPr>
              <a:t>Progressive Education Society’s </a:t>
            </a:r>
            <a:br>
              <a:rPr lang="en-US" sz="1800" dirty="0">
                <a:solidFill>
                  <a:srgbClr val="454545"/>
                </a:solidFill>
                <a:latin typeface="Times New Roman"/>
                <a:ea typeface="Times New Roman"/>
                <a:cs typeface="Times New Roman"/>
                <a:sym typeface="Times New Roman"/>
              </a:rPr>
            </a:br>
            <a:r>
              <a:rPr lang="en-US" sz="1800" dirty="0">
                <a:solidFill>
                  <a:srgbClr val="454545"/>
                </a:solidFill>
                <a:latin typeface="Times New Roman"/>
                <a:ea typeface="Times New Roman"/>
                <a:cs typeface="Times New Roman"/>
                <a:sym typeface="Times New Roman"/>
              </a:rPr>
              <a:t>Modern College of Engineering, Shivajinagar, Pune-5.</a:t>
            </a:r>
            <a:br>
              <a:rPr lang="en-US" sz="1800" dirty="0">
                <a:solidFill>
                  <a:schemeClr val="dk1"/>
                </a:solidFill>
                <a:latin typeface="Times New Roman"/>
                <a:ea typeface="Times New Roman"/>
                <a:cs typeface="Times New Roman"/>
                <a:sym typeface="Times New Roman"/>
              </a:rPr>
            </a:br>
            <a:r>
              <a:rPr lang="en-US" sz="2000" dirty="0">
                <a:solidFill>
                  <a:srgbClr val="454545"/>
                </a:solidFill>
                <a:latin typeface="Times New Roman"/>
                <a:ea typeface="Times New Roman"/>
                <a:cs typeface="Times New Roman"/>
                <a:sym typeface="Times New Roman"/>
              </a:rPr>
              <a:t>Department of Electronics and Telecommunication Engineering,</a:t>
            </a:r>
            <a:br>
              <a:rPr lang="en-US" sz="2000" dirty="0">
                <a:solidFill>
                  <a:srgbClr val="454545"/>
                </a:solidFill>
                <a:latin typeface="Times New Roman"/>
                <a:ea typeface="Times New Roman"/>
                <a:cs typeface="Times New Roman"/>
                <a:sym typeface="Times New Roman"/>
              </a:rPr>
            </a:br>
            <a:r>
              <a:rPr lang="en-US" sz="2400" dirty="0">
                <a:solidFill>
                  <a:srgbClr val="454545"/>
                </a:solidFill>
                <a:latin typeface="Times New Roman"/>
                <a:ea typeface="Times New Roman"/>
                <a:cs typeface="Times New Roman"/>
                <a:sym typeface="Times New Roman"/>
              </a:rPr>
              <a:t>(Program: ENTC)</a:t>
            </a:r>
            <a:br>
              <a:rPr lang="en-US" sz="2400" dirty="0">
                <a:solidFill>
                  <a:srgbClr val="454545"/>
                </a:solidFill>
                <a:latin typeface="Times New Roman"/>
                <a:ea typeface="Times New Roman"/>
                <a:cs typeface="Times New Roman"/>
                <a:sym typeface="Times New Roman"/>
              </a:rPr>
            </a:br>
            <a:br>
              <a:rPr lang="en-US" sz="2000" dirty="0">
                <a:solidFill>
                  <a:schemeClr val="dk1"/>
                </a:solidFill>
                <a:latin typeface="Times New Roman"/>
                <a:ea typeface="Times New Roman"/>
                <a:cs typeface="Times New Roman"/>
                <a:sym typeface="Times New Roman"/>
              </a:rPr>
            </a:br>
            <a:r>
              <a:rPr lang="en-US" sz="2800" dirty="0">
                <a:solidFill>
                  <a:srgbClr val="454545"/>
                </a:solidFill>
                <a:latin typeface="Times New Roman"/>
                <a:ea typeface="Times New Roman"/>
                <a:cs typeface="Times New Roman"/>
                <a:sym typeface="Times New Roman"/>
              </a:rPr>
              <a:t>2024-25</a:t>
            </a:r>
            <a:endParaRPr sz="2800" dirty="0">
              <a:solidFill>
                <a:schemeClr val="dk1"/>
              </a:solidFill>
              <a:latin typeface="Times New Roman"/>
              <a:ea typeface="Times New Roman"/>
              <a:cs typeface="Times New Roman"/>
              <a:sym typeface="Times New Roman"/>
            </a:endParaRPr>
          </a:p>
        </p:txBody>
      </p:sp>
      <p:sp>
        <p:nvSpPr>
          <p:cNvPr id="107" name="Google Shape;107;p14"/>
          <p:cNvSpPr/>
          <p:nvPr/>
        </p:nvSpPr>
        <p:spPr>
          <a:xfrm>
            <a:off x="787336" y="-22860"/>
            <a:ext cx="758951" cy="96012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8" name="Google Shape;108;p14"/>
          <p:cNvSpPr/>
          <p:nvPr/>
        </p:nvSpPr>
        <p:spPr>
          <a:xfrm>
            <a:off x="914400" y="1980107"/>
            <a:ext cx="8229600" cy="5100000"/>
          </a:xfrm>
          <a:prstGeom prst="rect">
            <a:avLst/>
          </a:prstGeom>
          <a:noFill/>
          <a:ln>
            <a:noFill/>
          </a:ln>
        </p:spPr>
        <p:txBody>
          <a:bodyPr spcFirstLastPara="1" wrap="square" lIns="91425" tIns="45700" rIns="91425" bIns="45700" anchor="t" anchorCtr="0">
            <a:noAutofit/>
          </a:bodyPr>
          <a:lstStyle/>
          <a:p>
            <a:pPr marL="356235" marR="0" lvl="0" indent="0" algn="ctr" rtl="0">
              <a:lnSpc>
                <a:spcPct val="100000"/>
              </a:lnSpc>
              <a:spcBef>
                <a:spcPts val="0"/>
              </a:spcBef>
              <a:spcAft>
                <a:spcPts val="0"/>
              </a:spcAft>
              <a:buNone/>
            </a:pPr>
            <a:r>
              <a:rPr lang="en-US" sz="2800" b="1" dirty="0">
                <a:solidFill>
                  <a:srgbClr val="242424"/>
                </a:solidFill>
                <a:latin typeface="Times New Roman"/>
                <a:ea typeface="Times New Roman"/>
                <a:cs typeface="Times New Roman"/>
                <a:sym typeface="Times New Roman"/>
              </a:rPr>
              <a:t>Project title: Automation in MPU Sensor Testing</a:t>
            </a:r>
            <a:endParaRPr sz="2800" b="1" i="0" u="none" strike="noStrike" cap="none" dirty="0">
              <a:solidFill>
                <a:schemeClr val="dk1"/>
              </a:solidFill>
              <a:latin typeface="Times New Roman"/>
              <a:ea typeface="Times New Roman"/>
              <a:cs typeface="Times New Roman"/>
              <a:sym typeface="Times New Roman"/>
            </a:endParaRPr>
          </a:p>
          <a:p>
            <a:pPr marL="356235" marR="0" lvl="0" indent="0" algn="ctr" rtl="0">
              <a:lnSpc>
                <a:spcPct val="100000"/>
              </a:lnSpc>
              <a:spcBef>
                <a:spcPts val="615"/>
              </a:spcBef>
              <a:spcAft>
                <a:spcPts val="0"/>
              </a:spcAft>
              <a:buNone/>
            </a:pPr>
            <a:endParaRPr sz="1400" b="0" i="0" u="none" strike="noStrike" cap="none" dirty="0">
              <a:solidFill>
                <a:srgbClr val="242424"/>
              </a:solidFill>
              <a:latin typeface="Times New Roman"/>
              <a:ea typeface="Times New Roman"/>
              <a:cs typeface="Times New Roman"/>
              <a:sym typeface="Times New Roman"/>
            </a:endParaRPr>
          </a:p>
          <a:p>
            <a:pPr marL="356235" marR="0" lvl="0" indent="0" algn="ctr" rtl="0">
              <a:lnSpc>
                <a:spcPct val="100000"/>
              </a:lnSpc>
              <a:spcBef>
                <a:spcPts val="615"/>
              </a:spcBef>
              <a:spcAft>
                <a:spcPts val="0"/>
              </a:spcAft>
              <a:buNone/>
            </a:pPr>
            <a:r>
              <a:rPr lang="en-US" sz="2400" b="0" i="0" u="none" strike="noStrike" cap="none" dirty="0">
                <a:solidFill>
                  <a:srgbClr val="242424"/>
                </a:solidFill>
                <a:latin typeface="Times New Roman"/>
                <a:ea typeface="Times New Roman"/>
                <a:cs typeface="Times New Roman"/>
                <a:sym typeface="Times New Roman"/>
              </a:rPr>
              <a:t>Names of the students</a:t>
            </a:r>
            <a:endParaRPr sz="2400" b="0" i="0" u="none" strike="noStrike" cap="none" dirty="0">
              <a:solidFill>
                <a:schemeClr val="dk1"/>
              </a:solidFill>
              <a:latin typeface="Times New Roman"/>
              <a:ea typeface="Times New Roman"/>
              <a:cs typeface="Times New Roman"/>
              <a:sym typeface="Times New Roman"/>
            </a:endParaRPr>
          </a:p>
          <a:p>
            <a:pPr marL="457200" marR="0" lvl="0" indent="-381000" algn="l" rtl="0">
              <a:lnSpc>
                <a:spcPct val="100000"/>
              </a:lnSpc>
              <a:spcBef>
                <a:spcPts val="600"/>
              </a:spcBef>
              <a:spcAft>
                <a:spcPts val="0"/>
              </a:spcAft>
              <a:buClr>
                <a:schemeClr val="dk1"/>
              </a:buClr>
              <a:buSzPts val="2400"/>
              <a:buFont typeface="Times New Roman"/>
              <a:buAutoNum type="arabicPeriod"/>
            </a:pPr>
            <a:r>
              <a:rPr lang="en-US" sz="2400" dirty="0">
                <a:solidFill>
                  <a:srgbClr val="242424"/>
                </a:solidFill>
                <a:latin typeface="Times New Roman"/>
                <a:ea typeface="Times New Roman"/>
                <a:cs typeface="Times New Roman"/>
                <a:sym typeface="Times New Roman"/>
              </a:rPr>
              <a:t>Aditya </a:t>
            </a:r>
            <a:r>
              <a:rPr lang="en-US" sz="2400" dirty="0" err="1">
                <a:solidFill>
                  <a:srgbClr val="242424"/>
                </a:solidFill>
                <a:latin typeface="Times New Roman"/>
                <a:ea typeface="Times New Roman"/>
                <a:cs typeface="Times New Roman"/>
                <a:sym typeface="Times New Roman"/>
              </a:rPr>
              <a:t>Khode</a:t>
            </a:r>
            <a:endParaRPr sz="2400" b="0" i="0" u="none" strike="noStrike" cap="none" dirty="0">
              <a:solidFill>
                <a:schemeClr val="dk1"/>
              </a:solidFill>
              <a:latin typeface="Times New Roman"/>
              <a:ea typeface="Times New Roman"/>
              <a:cs typeface="Times New Roman"/>
              <a:sym typeface="Times New Roman"/>
            </a:endParaRPr>
          </a:p>
          <a:p>
            <a:pPr marL="457200" marR="0" lvl="0" indent="-381000" algn="l" rtl="0">
              <a:lnSpc>
                <a:spcPct val="100000"/>
              </a:lnSpc>
              <a:spcBef>
                <a:spcPts val="0"/>
              </a:spcBef>
              <a:spcAft>
                <a:spcPts val="0"/>
              </a:spcAft>
              <a:buClr>
                <a:schemeClr val="dk1"/>
              </a:buClr>
              <a:buSzPts val="2400"/>
              <a:buFont typeface="Times New Roman"/>
              <a:buAutoNum type="arabicPeriod"/>
            </a:pPr>
            <a:r>
              <a:rPr lang="en-US" sz="2400" dirty="0">
                <a:solidFill>
                  <a:srgbClr val="242424"/>
                </a:solidFill>
                <a:latin typeface="Times New Roman"/>
                <a:ea typeface="Times New Roman"/>
                <a:cs typeface="Times New Roman"/>
                <a:sym typeface="Times New Roman"/>
              </a:rPr>
              <a:t>Somesh Mutha</a:t>
            </a:r>
            <a:endParaRPr sz="2400" b="0" i="0" u="none" strike="noStrike" cap="none" dirty="0">
              <a:solidFill>
                <a:schemeClr val="dk1"/>
              </a:solidFill>
              <a:latin typeface="Times New Roman"/>
              <a:ea typeface="Times New Roman"/>
              <a:cs typeface="Times New Roman"/>
              <a:sym typeface="Times New Roman"/>
            </a:endParaRPr>
          </a:p>
          <a:p>
            <a:pPr marL="457200" marR="0" lvl="0" indent="-381000" algn="l" rtl="0">
              <a:lnSpc>
                <a:spcPct val="100000"/>
              </a:lnSpc>
              <a:spcBef>
                <a:spcPts val="0"/>
              </a:spcBef>
              <a:spcAft>
                <a:spcPts val="0"/>
              </a:spcAft>
              <a:buClr>
                <a:schemeClr val="dk1"/>
              </a:buClr>
              <a:buSzPts val="2400"/>
              <a:buFont typeface="Times New Roman"/>
              <a:buAutoNum type="arabicPeriod"/>
            </a:pPr>
            <a:r>
              <a:rPr lang="en-US" sz="2400" dirty="0">
                <a:solidFill>
                  <a:srgbClr val="242424"/>
                </a:solidFill>
                <a:latin typeface="Times New Roman"/>
                <a:ea typeface="Times New Roman"/>
                <a:cs typeface="Times New Roman"/>
                <a:sym typeface="Times New Roman"/>
              </a:rPr>
              <a:t>Soham Naik</a:t>
            </a:r>
            <a:endParaRPr sz="2400" b="0" i="0" u="none" strike="noStrike" cap="none" dirty="0">
              <a:solidFill>
                <a:schemeClr val="dk1"/>
              </a:solidFill>
              <a:latin typeface="Times New Roman"/>
              <a:ea typeface="Times New Roman"/>
              <a:cs typeface="Times New Roman"/>
              <a:sym typeface="Times New Roman"/>
            </a:endParaRPr>
          </a:p>
          <a:p>
            <a:pPr marL="0" marR="781685" lvl="0" indent="0" algn="l" rtl="0">
              <a:lnSpc>
                <a:spcPct val="120800"/>
              </a:lnSpc>
              <a:spcBef>
                <a:spcPts val="0"/>
              </a:spcBef>
              <a:spcAft>
                <a:spcPts val="0"/>
              </a:spcAft>
              <a:buNone/>
            </a:pPr>
            <a:r>
              <a:rPr lang="en-US" sz="2400" dirty="0">
                <a:solidFill>
                  <a:srgbClr val="242424"/>
                </a:solidFill>
                <a:latin typeface="Times New Roman"/>
                <a:ea typeface="Times New Roman"/>
                <a:cs typeface="Times New Roman"/>
                <a:sym typeface="Times New Roman"/>
              </a:rPr>
              <a:t> </a:t>
            </a:r>
            <a:endParaRPr sz="2400" dirty="0">
              <a:solidFill>
                <a:srgbClr val="242424"/>
              </a:solidFill>
              <a:latin typeface="Times New Roman"/>
              <a:ea typeface="Times New Roman"/>
              <a:cs typeface="Times New Roman"/>
              <a:sym typeface="Times New Roman"/>
            </a:endParaRPr>
          </a:p>
          <a:p>
            <a:pPr marL="0" marR="781685" lvl="0" indent="0" algn="l" rtl="0">
              <a:lnSpc>
                <a:spcPct val="120800"/>
              </a:lnSpc>
              <a:spcBef>
                <a:spcPts val="0"/>
              </a:spcBef>
              <a:spcAft>
                <a:spcPts val="0"/>
              </a:spcAft>
              <a:buNone/>
            </a:pPr>
            <a:r>
              <a:rPr lang="en-US" sz="2400" b="0" i="0" u="none" strike="noStrike" cap="none" dirty="0">
                <a:solidFill>
                  <a:srgbClr val="242424"/>
                </a:solidFill>
                <a:latin typeface="Times New Roman"/>
                <a:ea typeface="Times New Roman"/>
                <a:cs typeface="Times New Roman"/>
                <a:sym typeface="Times New Roman"/>
              </a:rPr>
              <a:t>Sponsored By</a:t>
            </a:r>
            <a:r>
              <a:rPr lang="en-US" sz="2400" dirty="0">
                <a:solidFill>
                  <a:srgbClr val="242424"/>
                </a:solidFill>
                <a:latin typeface="Times New Roman"/>
                <a:ea typeface="Times New Roman"/>
                <a:cs typeface="Times New Roman"/>
                <a:sym typeface="Times New Roman"/>
              </a:rPr>
              <a:t>:</a:t>
            </a:r>
            <a:r>
              <a:rPr lang="en-US" sz="2400" b="0" i="0" u="none" strike="noStrike" cap="none" dirty="0">
                <a:solidFill>
                  <a:srgbClr val="242424"/>
                </a:solidFill>
                <a:latin typeface="Times New Roman"/>
                <a:ea typeface="Times New Roman"/>
                <a:cs typeface="Times New Roman"/>
                <a:sym typeface="Times New Roman"/>
              </a:rPr>
              <a:t> </a:t>
            </a:r>
            <a:r>
              <a:rPr lang="en-US" sz="2400" b="0" i="0" u="none" strike="noStrike" cap="none" dirty="0" err="1">
                <a:solidFill>
                  <a:srgbClr val="242424"/>
                </a:solidFill>
                <a:latin typeface="Times New Roman"/>
                <a:ea typeface="Times New Roman"/>
                <a:cs typeface="Times New Roman"/>
                <a:sym typeface="Times New Roman"/>
              </a:rPr>
              <a:t>T</a:t>
            </a:r>
            <a:r>
              <a:rPr lang="en-US" sz="2400" dirty="0" err="1">
                <a:solidFill>
                  <a:srgbClr val="242424"/>
                </a:solidFill>
                <a:latin typeface="Times New Roman"/>
                <a:ea typeface="Times New Roman"/>
                <a:cs typeface="Times New Roman"/>
                <a:sym typeface="Times New Roman"/>
              </a:rPr>
              <a:t>wintech</a:t>
            </a:r>
            <a:r>
              <a:rPr lang="en-US" sz="2400" dirty="0">
                <a:solidFill>
                  <a:srgbClr val="242424"/>
                </a:solidFill>
                <a:latin typeface="Times New Roman"/>
                <a:ea typeface="Times New Roman"/>
                <a:cs typeface="Times New Roman"/>
                <a:sym typeface="Times New Roman"/>
              </a:rPr>
              <a:t> Control Systems Pvt. Ltd.</a:t>
            </a:r>
            <a:endParaRPr sz="2400" dirty="0">
              <a:solidFill>
                <a:srgbClr val="242424"/>
              </a:solidFill>
              <a:latin typeface="Times New Roman"/>
              <a:ea typeface="Times New Roman"/>
              <a:cs typeface="Times New Roman"/>
              <a:sym typeface="Times New Roman"/>
            </a:endParaRPr>
          </a:p>
          <a:p>
            <a:pPr marL="2353310" marR="781685" lvl="0" indent="-1207135" algn="l" rtl="0">
              <a:lnSpc>
                <a:spcPct val="120800"/>
              </a:lnSpc>
              <a:spcBef>
                <a:spcPts val="0"/>
              </a:spcBef>
              <a:spcAft>
                <a:spcPts val="0"/>
              </a:spcAft>
              <a:buNone/>
            </a:pPr>
            <a:endParaRPr sz="2400" dirty="0">
              <a:solidFill>
                <a:srgbClr val="242424"/>
              </a:solidFill>
              <a:latin typeface="Times New Roman"/>
              <a:ea typeface="Times New Roman"/>
              <a:cs typeface="Times New Roman"/>
              <a:sym typeface="Times New Roman"/>
            </a:endParaRPr>
          </a:p>
          <a:p>
            <a:pPr marL="0" marR="0" lvl="0" indent="0" algn="l" rtl="0">
              <a:lnSpc>
                <a:spcPct val="100000"/>
              </a:lnSpc>
              <a:spcBef>
                <a:spcPts val="30"/>
              </a:spcBef>
              <a:spcAft>
                <a:spcPts val="0"/>
              </a:spcAft>
              <a:buNone/>
            </a:pPr>
            <a:endParaRPr sz="1800" b="0" i="0" u="none" strike="noStrike" cap="none" dirty="0">
              <a:solidFill>
                <a:schemeClr val="dk1"/>
              </a:solidFill>
              <a:latin typeface="Times New Roman"/>
              <a:ea typeface="Times New Roman"/>
              <a:cs typeface="Times New Roman"/>
              <a:sym typeface="Times New Roman"/>
            </a:endParaRPr>
          </a:p>
          <a:p>
            <a:pPr marL="1252855" marR="427990" lvl="0" indent="118744" algn="l" rtl="0">
              <a:lnSpc>
                <a:spcPct val="120800"/>
              </a:lnSpc>
              <a:spcBef>
                <a:spcPts val="0"/>
              </a:spcBef>
              <a:spcAft>
                <a:spcPts val="0"/>
              </a:spcAft>
              <a:buNone/>
            </a:pPr>
            <a:r>
              <a:rPr lang="en-US" sz="2400" b="0" i="0" u="none" strike="noStrike" cap="none" dirty="0">
                <a:solidFill>
                  <a:srgbClr val="242424"/>
                </a:solidFill>
                <a:latin typeface="Times New Roman"/>
                <a:ea typeface="Times New Roman"/>
                <a:cs typeface="Times New Roman"/>
                <a:sym typeface="Times New Roman"/>
              </a:rPr>
              <a:t>Name of The Guide</a:t>
            </a:r>
            <a:r>
              <a:rPr lang="en-US" sz="2400" dirty="0">
                <a:solidFill>
                  <a:srgbClr val="242424"/>
                </a:solidFill>
                <a:latin typeface="Times New Roman"/>
                <a:ea typeface="Times New Roman"/>
                <a:cs typeface="Times New Roman"/>
                <a:sym typeface="Times New Roman"/>
              </a:rPr>
              <a:t> : Mrs. Hemlata </a:t>
            </a:r>
            <a:r>
              <a:rPr lang="en-US" sz="2400" dirty="0" err="1">
                <a:solidFill>
                  <a:srgbClr val="242424"/>
                </a:solidFill>
                <a:latin typeface="Times New Roman"/>
                <a:ea typeface="Times New Roman"/>
                <a:cs typeface="Times New Roman"/>
                <a:sym typeface="Times New Roman"/>
              </a:rPr>
              <a:t>Nawale</a:t>
            </a:r>
            <a:endParaRPr dirty="0"/>
          </a:p>
        </p:txBody>
      </p:sp>
      <p:sp>
        <p:nvSpPr>
          <p:cNvPr id="109" name="Google Shape;109;p14"/>
          <p:cNvSpPr txBox="1">
            <a:spLocks noGrp="1"/>
          </p:cNvSpPr>
          <p:nvPr>
            <p:ph type="dt" idx="10"/>
          </p:nvPr>
        </p:nvSpPr>
        <p:spPr>
          <a:xfrm>
            <a:off x="7082979" y="7214044"/>
            <a:ext cx="2313432" cy="38862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3/24/2025</a:t>
            </a:r>
            <a:endParaRPr/>
          </a:p>
        </p:txBody>
      </p:sp>
      <p:sp>
        <p:nvSpPr>
          <p:cNvPr id="110" name="Google Shape;110;p14"/>
          <p:cNvSpPr txBox="1">
            <a:spLocks noGrp="1"/>
          </p:cNvSpPr>
          <p:nvPr>
            <p:ph type="ftr" idx="11"/>
          </p:nvPr>
        </p:nvSpPr>
        <p:spPr>
          <a:xfrm>
            <a:off x="658175" y="7278800"/>
            <a:ext cx="2313300" cy="1617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Automation in MPU Sensor Testing</a:t>
            </a:r>
            <a:endParaRPr/>
          </a:p>
        </p:txBody>
      </p:sp>
      <p:sp>
        <p:nvSpPr>
          <p:cNvPr id="111" name="Google Shape;111;p14"/>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300"/>
              <a:buNone/>
            </a:pPr>
            <a:fld id="{00000000-1234-1234-1234-123412341234}" type="slidenum">
              <a:rPr lang="en-US"/>
              <a:t>1</a:t>
            </a:fld>
            <a:endParaRPr sz="1800">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5"/>
          <p:cNvSpPr/>
          <p:nvPr/>
        </p:nvSpPr>
        <p:spPr>
          <a:xfrm>
            <a:off x="542925" y="146725"/>
            <a:ext cx="8872500" cy="6906600"/>
          </a:xfrm>
          <a:prstGeom prst="rect">
            <a:avLst/>
          </a:prstGeom>
          <a:noFill/>
          <a:ln>
            <a:noFill/>
          </a:ln>
        </p:spPr>
        <p:txBody>
          <a:bodyPr spcFirstLastPara="1" wrap="square" lIns="91425" tIns="45700" rIns="91425" bIns="45700" anchor="t" anchorCtr="0">
            <a:noAutofit/>
          </a:bodyPr>
          <a:lstStyle/>
          <a:p>
            <a:pPr marL="12700" marR="0" lvl="0" indent="0" algn="l" rtl="0">
              <a:lnSpc>
                <a:spcPct val="100000"/>
              </a:lnSpc>
              <a:spcBef>
                <a:spcPts val="0"/>
              </a:spcBef>
              <a:spcAft>
                <a:spcPts val="0"/>
              </a:spcAft>
              <a:buNone/>
            </a:pPr>
            <a:r>
              <a:rPr lang="en-US" sz="4400" b="1" i="0" u="none" strike="noStrike" cap="none" dirty="0">
                <a:solidFill>
                  <a:srgbClr val="242424"/>
                </a:solidFill>
                <a:latin typeface="Times New Roman"/>
                <a:ea typeface="Times New Roman"/>
                <a:cs typeface="Times New Roman"/>
                <a:sym typeface="Times New Roman"/>
              </a:rPr>
              <a:t>Overview : </a:t>
            </a:r>
            <a:endParaRPr sz="4400" b="1" i="0" u="none" strike="noStrike" cap="none" dirty="0">
              <a:solidFill>
                <a:srgbClr val="242424"/>
              </a:solidFill>
              <a:latin typeface="Times New Roman"/>
              <a:ea typeface="Times New Roman"/>
              <a:cs typeface="Times New Roman"/>
              <a:sym typeface="Times New Roman"/>
            </a:endParaRPr>
          </a:p>
          <a:p>
            <a:pPr marL="527050" marR="0" lvl="0" indent="-514350" algn="l" rtl="0">
              <a:lnSpc>
                <a:spcPct val="100000"/>
              </a:lnSpc>
              <a:spcBef>
                <a:spcPts val="0"/>
              </a:spcBef>
              <a:spcAft>
                <a:spcPts val="0"/>
              </a:spcAft>
              <a:buClr>
                <a:schemeClr val="dk1"/>
              </a:buClr>
              <a:buSzPts val="2828"/>
              <a:buFont typeface="Trebuchet MS"/>
              <a:buAutoNum type="arabicPeriod"/>
            </a:pPr>
            <a:r>
              <a:rPr lang="en-US" sz="2800" b="0" i="0" u="none" strike="noStrike" cap="none" dirty="0">
                <a:solidFill>
                  <a:srgbClr val="242424"/>
                </a:solidFill>
                <a:latin typeface="Times New Roman"/>
                <a:ea typeface="Times New Roman"/>
                <a:cs typeface="Times New Roman"/>
                <a:sym typeface="Times New Roman"/>
              </a:rPr>
              <a:t>Introduction </a:t>
            </a:r>
          </a:p>
          <a:p>
            <a:pPr marL="527050" marR="0" lvl="0" indent="-514350" algn="l" rtl="0">
              <a:lnSpc>
                <a:spcPct val="100000"/>
              </a:lnSpc>
              <a:spcBef>
                <a:spcPts val="0"/>
              </a:spcBef>
              <a:spcAft>
                <a:spcPts val="0"/>
              </a:spcAft>
              <a:buClr>
                <a:schemeClr val="dk1"/>
              </a:buClr>
              <a:buSzPts val="2828"/>
              <a:buFont typeface="Trebuchet MS"/>
              <a:buAutoNum type="arabicPeriod"/>
            </a:pPr>
            <a:r>
              <a:rPr lang="en-US" sz="2800" b="0" i="0" u="none" strike="noStrike" cap="none" dirty="0">
                <a:solidFill>
                  <a:srgbClr val="242424"/>
                </a:solidFill>
                <a:latin typeface="Times New Roman"/>
                <a:ea typeface="Times New Roman"/>
                <a:cs typeface="Times New Roman"/>
                <a:sym typeface="Times New Roman"/>
              </a:rPr>
              <a:t>Literature Survey (Market, Literature, Technological and Research Survey) </a:t>
            </a:r>
            <a:endParaRPr dirty="0"/>
          </a:p>
          <a:p>
            <a:pPr marL="527050" marR="0" lvl="0" indent="-514350" algn="just" rtl="0">
              <a:lnSpc>
                <a:spcPct val="100000"/>
              </a:lnSpc>
              <a:spcBef>
                <a:spcPts val="600"/>
              </a:spcBef>
              <a:spcAft>
                <a:spcPts val="0"/>
              </a:spcAft>
              <a:buClr>
                <a:schemeClr val="dk1"/>
              </a:buClr>
              <a:buSzPts val="2828"/>
              <a:buFont typeface="Trebuchet MS"/>
              <a:buAutoNum type="arabicPeriod"/>
            </a:pPr>
            <a:r>
              <a:rPr lang="en-US" sz="2800" b="0" i="0" u="none" strike="noStrike" cap="none" dirty="0">
                <a:solidFill>
                  <a:srgbClr val="242424"/>
                </a:solidFill>
                <a:latin typeface="Times New Roman"/>
                <a:ea typeface="Times New Roman"/>
                <a:cs typeface="Times New Roman"/>
                <a:sym typeface="Times New Roman"/>
              </a:rPr>
              <a:t>System Specifications</a:t>
            </a:r>
            <a:endParaRPr sz="2800" b="0" i="0" u="none" strike="noStrike" cap="none" dirty="0">
              <a:solidFill>
                <a:schemeClr val="dk1"/>
              </a:solidFill>
              <a:latin typeface="Times New Roman"/>
              <a:ea typeface="Times New Roman"/>
              <a:cs typeface="Times New Roman"/>
              <a:sym typeface="Times New Roman"/>
            </a:endParaRPr>
          </a:p>
          <a:p>
            <a:pPr marL="527050" marR="0" lvl="0" indent="-514350" algn="just" rtl="0">
              <a:lnSpc>
                <a:spcPct val="100000"/>
              </a:lnSpc>
              <a:spcBef>
                <a:spcPts val="600"/>
              </a:spcBef>
              <a:spcAft>
                <a:spcPts val="0"/>
              </a:spcAft>
              <a:buClr>
                <a:schemeClr val="dk1"/>
              </a:buClr>
              <a:buSzPts val="2828"/>
              <a:buFont typeface="Trebuchet MS"/>
              <a:buAutoNum type="arabicPeriod"/>
            </a:pPr>
            <a:r>
              <a:rPr lang="en-US" sz="2800" b="0" i="0" u="none" strike="noStrike" cap="none" dirty="0">
                <a:solidFill>
                  <a:srgbClr val="242424"/>
                </a:solidFill>
                <a:latin typeface="Times New Roman"/>
                <a:ea typeface="Times New Roman"/>
                <a:cs typeface="Times New Roman"/>
                <a:sym typeface="Times New Roman"/>
              </a:rPr>
              <a:t>Block Diagram</a:t>
            </a:r>
            <a:endParaRPr sz="2800" b="0" i="0" u="none" strike="noStrike" cap="none" dirty="0">
              <a:solidFill>
                <a:schemeClr val="dk1"/>
              </a:solidFill>
              <a:latin typeface="Times New Roman"/>
              <a:ea typeface="Times New Roman"/>
              <a:cs typeface="Times New Roman"/>
              <a:sym typeface="Times New Roman"/>
            </a:endParaRPr>
          </a:p>
          <a:p>
            <a:pPr marL="527050" marR="0" lvl="0" indent="-514350" algn="just" rtl="0">
              <a:lnSpc>
                <a:spcPct val="100000"/>
              </a:lnSpc>
              <a:spcBef>
                <a:spcPts val="600"/>
              </a:spcBef>
              <a:spcAft>
                <a:spcPts val="0"/>
              </a:spcAft>
              <a:buClr>
                <a:schemeClr val="dk1"/>
              </a:buClr>
              <a:buSzPts val="2828"/>
              <a:buFont typeface="Trebuchet MS"/>
              <a:buAutoNum type="arabicPeriod"/>
            </a:pPr>
            <a:r>
              <a:rPr lang="en-US" sz="2800" b="0" i="0" u="none" strike="noStrike" cap="none" dirty="0">
                <a:solidFill>
                  <a:srgbClr val="242424"/>
                </a:solidFill>
                <a:latin typeface="Times New Roman"/>
                <a:ea typeface="Times New Roman"/>
                <a:cs typeface="Times New Roman"/>
                <a:sym typeface="Times New Roman"/>
              </a:rPr>
              <a:t>Hardware Design (including PCB Design)</a:t>
            </a:r>
            <a:endParaRPr sz="2800" b="0" i="0" u="none" strike="noStrike" cap="none" dirty="0">
              <a:solidFill>
                <a:schemeClr val="dk1"/>
              </a:solidFill>
              <a:latin typeface="Times New Roman"/>
              <a:ea typeface="Times New Roman"/>
              <a:cs typeface="Times New Roman"/>
              <a:sym typeface="Times New Roman"/>
            </a:endParaRPr>
          </a:p>
          <a:p>
            <a:pPr marL="527050" marR="0" lvl="0" indent="-514350" algn="just" rtl="0">
              <a:lnSpc>
                <a:spcPct val="100000"/>
              </a:lnSpc>
              <a:spcBef>
                <a:spcPts val="600"/>
              </a:spcBef>
              <a:spcAft>
                <a:spcPts val="0"/>
              </a:spcAft>
              <a:buClr>
                <a:schemeClr val="dk1"/>
              </a:buClr>
              <a:buSzPts val="2828"/>
              <a:buFont typeface="Trebuchet MS"/>
              <a:buAutoNum type="arabicPeriod"/>
            </a:pPr>
            <a:r>
              <a:rPr lang="en-US" sz="2800" b="0" i="0" u="none" strike="noStrike" cap="none" dirty="0">
                <a:solidFill>
                  <a:srgbClr val="242424"/>
                </a:solidFill>
                <a:latin typeface="Times New Roman"/>
                <a:ea typeface="Times New Roman"/>
                <a:cs typeface="Times New Roman"/>
                <a:sym typeface="Times New Roman"/>
              </a:rPr>
              <a:t>Software Design (Flow</a:t>
            </a:r>
            <a:r>
              <a:rPr lang="en-US" sz="2800" dirty="0">
                <a:solidFill>
                  <a:srgbClr val="242424"/>
                </a:solidFill>
                <a:latin typeface="Times New Roman"/>
                <a:ea typeface="Times New Roman"/>
                <a:cs typeface="Times New Roman"/>
                <a:sym typeface="Times New Roman"/>
              </a:rPr>
              <a:t>c</a:t>
            </a:r>
            <a:r>
              <a:rPr lang="en-US" sz="2800" b="0" i="0" u="none" strike="noStrike" cap="none" dirty="0">
                <a:solidFill>
                  <a:srgbClr val="242424"/>
                </a:solidFill>
                <a:latin typeface="Times New Roman"/>
                <a:ea typeface="Times New Roman"/>
                <a:cs typeface="Times New Roman"/>
                <a:sym typeface="Times New Roman"/>
              </a:rPr>
              <a:t>hart or Algorithm)</a:t>
            </a:r>
            <a:endParaRPr lang="en-US" sz="2800" b="0" i="0" u="none" strike="noStrike" cap="none" dirty="0">
              <a:solidFill>
                <a:schemeClr val="dk1"/>
              </a:solidFill>
              <a:latin typeface="Times New Roman"/>
              <a:ea typeface="Times New Roman"/>
              <a:cs typeface="Times New Roman"/>
              <a:sym typeface="Times New Roman"/>
            </a:endParaRPr>
          </a:p>
          <a:p>
            <a:pPr marL="527050" marR="0" lvl="0" indent="-514350" algn="just" rtl="0">
              <a:lnSpc>
                <a:spcPct val="100000"/>
              </a:lnSpc>
              <a:spcBef>
                <a:spcPts val="600"/>
              </a:spcBef>
              <a:spcAft>
                <a:spcPts val="0"/>
              </a:spcAft>
              <a:buClr>
                <a:schemeClr val="dk1"/>
              </a:buClr>
              <a:buSzPts val="2828"/>
              <a:buFont typeface="Trebuchet MS"/>
              <a:buAutoNum type="arabicPeriod"/>
            </a:pPr>
            <a:r>
              <a:rPr lang="en-US" sz="2800" b="0" i="0" u="none" strike="noStrike" cap="none" dirty="0">
                <a:solidFill>
                  <a:srgbClr val="242424"/>
                </a:solidFill>
                <a:latin typeface="Times New Roman"/>
                <a:ea typeface="Times New Roman"/>
                <a:cs typeface="Times New Roman"/>
                <a:sym typeface="Times New Roman"/>
              </a:rPr>
              <a:t>Result (Photo / Audio-Visual / Video Results)</a:t>
            </a:r>
            <a:endParaRPr lang="en-US" sz="2800" b="0" i="0" u="none" strike="noStrike" cap="none" dirty="0">
              <a:solidFill>
                <a:schemeClr val="dk1"/>
              </a:solidFill>
              <a:latin typeface="Times New Roman"/>
              <a:ea typeface="Times New Roman"/>
              <a:cs typeface="Times New Roman"/>
              <a:sym typeface="Times New Roman"/>
            </a:endParaRPr>
          </a:p>
          <a:p>
            <a:pPr marL="527050" marR="0" lvl="0" indent="-514350" algn="just" rtl="0">
              <a:lnSpc>
                <a:spcPct val="100000"/>
              </a:lnSpc>
              <a:spcBef>
                <a:spcPts val="600"/>
              </a:spcBef>
              <a:spcAft>
                <a:spcPts val="0"/>
              </a:spcAft>
              <a:buClr>
                <a:schemeClr val="dk1"/>
              </a:buClr>
              <a:buSzPts val="2828"/>
              <a:buFont typeface="Trebuchet MS"/>
              <a:buAutoNum type="arabicPeriod"/>
            </a:pPr>
            <a:r>
              <a:rPr lang="en-US" sz="2800" b="0" i="0" u="none" strike="noStrike" cap="none" dirty="0">
                <a:solidFill>
                  <a:srgbClr val="242424"/>
                </a:solidFill>
                <a:latin typeface="Times New Roman"/>
                <a:ea typeface="Times New Roman"/>
                <a:cs typeface="Times New Roman"/>
                <a:sym typeface="Times New Roman"/>
              </a:rPr>
              <a:t>Applications</a:t>
            </a:r>
            <a:endParaRPr sz="2800" b="0" i="0" u="none" strike="noStrike" cap="none" dirty="0">
              <a:solidFill>
                <a:schemeClr val="dk1"/>
              </a:solidFill>
              <a:latin typeface="Times New Roman"/>
              <a:ea typeface="Times New Roman"/>
              <a:cs typeface="Times New Roman"/>
              <a:sym typeface="Times New Roman"/>
            </a:endParaRPr>
          </a:p>
          <a:p>
            <a:pPr marL="527050" marR="0" lvl="0" indent="-514350" algn="just" rtl="0">
              <a:lnSpc>
                <a:spcPct val="100000"/>
              </a:lnSpc>
              <a:spcBef>
                <a:spcPts val="600"/>
              </a:spcBef>
              <a:spcAft>
                <a:spcPts val="0"/>
              </a:spcAft>
              <a:buClr>
                <a:schemeClr val="dk1"/>
              </a:buClr>
              <a:buSzPts val="2828"/>
              <a:buFont typeface="Trebuchet MS"/>
              <a:buAutoNum type="arabicPeriod"/>
            </a:pPr>
            <a:r>
              <a:rPr lang="en-US" sz="2800" b="0" i="0" u="none" strike="noStrike" cap="none" dirty="0">
                <a:solidFill>
                  <a:srgbClr val="242424"/>
                </a:solidFill>
                <a:latin typeface="Times New Roman"/>
                <a:ea typeface="Times New Roman"/>
                <a:cs typeface="Times New Roman"/>
                <a:sym typeface="Times New Roman"/>
              </a:rPr>
              <a:t>Future Scope</a:t>
            </a:r>
            <a:endParaRPr sz="2800" b="0" i="0" u="none" strike="noStrike" cap="none" dirty="0">
              <a:solidFill>
                <a:schemeClr val="dk1"/>
              </a:solidFill>
              <a:latin typeface="Times New Roman"/>
              <a:ea typeface="Times New Roman"/>
              <a:cs typeface="Times New Roman"/>
              <a:sym typeface="Times New Roman"/>
            </a:endParaRPr>
          </a:p>
          <a:p>
            <a:pPr marL="527050" marR="0" lvl="0" indent="-514350" algn="just" rtl="0">
              <a:lnSpc>
                <a:spcPct val="100000"/>
              </a:lnSpc>
              <a:spcBef>
                <a:spcPts val="600"/>
              </a:spcBef>
              <a:spcAft>
                <a:spcPts val="0"/>
              </a:spcAft>
              <a:buClr>
                <a:schemeClr val="dk1"/>
              </a:buClr>
              <a:buSzPts val="2828"/>
              <a:buFont typeface="Trebuchet MS"/>
              <a:buAutoNum type="arabicPeriod"/>
            </a:pPr>
            <a:r>
              <a:rPr lang="en-US" sz="2800" b="0" i="0" u="none" strike="noStrike" cap="none" dirty="0">
                <a:solidFill>
                  <a:srgbClr val="242424"/>
                </a:solidFill>
                <a:latin typeface="Times New Roman"/>
                <a:ea typeface="Times New Roman"/>
                <a:cs typeface="Times New Roman"/>
                <a:sym typeface="Times New Roman"/>
              </a:rPr>
              <a:t>Conclusion</a:t>
            </a:r>
            <a:endParaRPr sz="2800" b="0" i="0" u="none" strike="noStrike" cap="none" dirty="0">
              <a:solidFill>
                <a:schemeClr val="dk1"/>
              </a:solidFill>
              <a:latin typeface="Times New Roman"/>
              <a:ea typeface="Times New Roman"/>
              <a:cs typeface="Times New Roman"/>
              <a:sym typeface="Times New Roman"/>
            </a:endParaRPr>
          </a:p>
          <a:p>
            <a:pPr marL="527050" marR="0" lvl="0" indent="-514350" algn="just" rtl="0">
              <a:lnSpc>
                <a:spcPct val="100000"/>
              </a:lnSpc>
              <a:spcBef>
                <a:spcPts val="600"/>
              </a:spcBef>
              <a:spcAft>
                <a:spcPts val="0"/>
              </a:spcAft>
              <a:buClr>
                <a:schemeClr val="dk1"/>
              </a:buClr>
              <a:buSzPts val="2828"/>
              <a:buFont typeface="Trebuchet MS"/>
              <a:buAutoNum type="arabicPeriod"/>
            </a:pPr>
            <a:r>
              <a:rPr lang="en-US" sz="2800" b="0" i="0" u="none" strike="noStrike" cap="none" dirty="0">
                <a:solidFill>
                  <a:srgbClr val="242424"/>
                </a:solidFill>
                <a:latin typeface="Times New Roman"/>
                <a:ea typeface="Times New Roman"/>
                <a:cs typeface="Times New Roman"/>
                <a:sym typeface="Times New Roman"/>
              </a:rPr>
              <a:t>References</a:t>
            </a:r>
            <a:endParaRPr sz="2800" b="0" i="0" u="none" strike="noStrike" cap="none" dirty="0">
              <a:solidFill>
                <a:schemeClr val="dk1"/>
              </a:solidFill>
              <a:latin typeface="Times New Roman"/>
              <a:ea typeface="Times New Roman"/>
              <a:cs typeface="Times New Roman"/>
              <a:sym typeface="Times New Roman"/>
            </a:endParaRPr>
          </a:p>
        </p:txBody>
      </p:sp>
      <p:sp>
        <p:nvSpPr>
          <p:cNvPr id="117" name="Google Shape;117;p15"/>
          <p:cNvSpPr txBox="1">
            <a:spLocks noGrp="1"/>
          </p:cNvSpPr>
          <p:nvPr>
            <p:ph type="dt" idx="10"/>
          </p:nvPr>
        </p:nvSpPr>
        <p:spPr>
          <a:xfrm>
            <a:off x="7102031" y="7128319"/>
            <a:ext cx="2313432" cy="38862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3/24/2025</a:t>
            </a:r>
            <a:endParaRPr/>
          </a:p>
        </p:txBody>
      </p:sp>
      <p:sp>
        <p:nvSpPr>
          <p:cNvPr id="118" name="Google Shape;118;p15"/>
          <p:cNvSpPr txBox="1">
            <a:spLocks noGrp="1"/>
          </p:cNvSpPr>
          <p:nvPr>
            <p:ph type="ftr" idx="11"/>
          </p:nvPr>
        </p:nvSpPr>
        <p:spPr>
          <a:xfrm>
            <a:off x="393085" y="7207375"/>
            <a:ext cx="1944300" cy="1617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Automation in MPU Sensor Testing</a:t>
            </a:r>
            <a:endParaRPr/>
          </a:p>
        </p:txBody>
      </p:sp>
      <p:sp>
        <p:nvSpPr>
          <p:cNvPr id="119" name="Google Shape;119;p15"/>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300"/>
              <a:buNone/>
            </a:pPr>
            <a:fld id="{00000000-1234-1234-1234-123412341234}" type="slidenum">
              <a:rPr lang="en-US"/>
              <a:t>2</a:t>
            </a:fld>
            <a:endParaRPr sz="180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6"/>
          <p:cNvSpPr txBox="1">
            <a:spLocks noGrp="1"/>
          </p:cNvSpPr>
          <p:nvPr>
            <p:ph type="ctrTitle"/>
          </p:nvPr>
        </p:nvSpPr>
        <p:spPr>
          <a:xfrm>
            <a:off x="740092" y="509207"/>
            <a:ext cx="8549640" cy="677108"/>
          </a:xfrm>
          <a:prstGeom prst="rect">
            <a:avLst/>
          </a:prstGeom>
          <a:noFill/>
          <a:ln>
            <a:noFill/>
          </a:ln>
        </p:spPr>
        <p:txBody>
          <a:bodyPr spcFirstLastPara="1" wrap="square" lIns="0" tIns="0" rIns="0" bIns="0" anchor="t" anchorCtr="0">
            <a:spAutoFit/>
          </a:bodyPr>
          <a:lstStyle/>
          <a:p>
            <a:pPr marL="356589" lvl="0" indent="-356589" algn="l" rtl="0">
              <a:spcBef>
                <a:spcPts val="0"/>
              </a:spcBef>
              <a:spcAft>
                <a:spcPts val="0"/>
              </a:spcAft>
              <a:buSzPts val="1400"/>
              <a:buNone/>
            </a:pPr>
            <a:r>
              <a:rPr lang="en-US" sz="4400" b="1">
                <a:solidFill>
                  <a:srgbClr val="242424"/>
                </a:solidFill>
                <a:latin typeface="Times New Roman"/>
                <a:ea typeface="Times New Roman"/>
                <a:cs typeface="Times New Roman"/>
                <a:sym typeface="Times New Roman"/>
              </a:rPr>
              <a:t>Introduction:</a:t>
            </a:r>
            <a:endParaRPr sz="4400" b="1"/>
          </a:p>
        </p:txBody>
      </p:sp>
      <p:sp>
        <p:nvSpPr>
          <p:cNvPr id="125" name="Google Shape;125;p16"/>
          <p:cNvSpPr txBox="1">
            <a:spLocks noGrp="1"/>
          </p:cNvSpPr>
          <p:nvPr>
            <p:ph type="dt" idx="10"/>
          </p:nvPr>
        </p:nvSpPr>
        <p:spPr>
          <a:xfrm>
            <a:off x="7089458" y="7085457"/>
            <a:ext cx="1668780" cy="186881"/>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3/24/2025</a:t>
            </a:r>
            <a:endParaRPr/>
          </a:p>
        </p:txBody>
      </p:sp>
      <p:sp>
        <p:nvSpPr>
          <p:cNvPr id="126" name="Google Shape;126;p16"/>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300"/>
              <a:buNone/>
            </a:pPr>
            <a:fld id="{00000000-1234-1234-1234-123412341234}" type="slidenum">
              <a:rPr lang="en-US"/>
              <a:t>3</a:t>
            </a:fld>
            <a:endParaRPr sz="1800">
              <a:latin typeface="Calibri"/>
              <a:ea typeface="Calibri"/>
              <a:cs typeface="Calibri"/>
              <a:sym typeface="Calibri"/>
            </a:endParaRPr>
          </a:p>
        </p:txBody>
      </p:sp>
      <p:sp>
        <p:nvSpPr>
          <p:cNvPr id="127" name="Google Shape;127;p16"/>
          <p:cNvSpPr txBox="1">
            <a:spLocks noGrp="1"/>
          </p:cNvSpPr>
          <p:nvPr>
            <p:ph type="ftr" idx="11"/>
          </p:nvPr>
        </p:nvSpPr>
        <p:spPr>
          <a:xfrm>
            <a:off x="393085" y="7207375"/>
            <a:ext cx="1944300" cy="1617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Automation in MPU Sensor Testing</a:t>
            </a:r>
            <a:endParaRPr/>
          </a:p>
        </p:txBody>
      </p:sp>
      <p:sp>
        <p:nvSpPr>
          <p:cNvPr id="128" name="Google Shape;128;p16"/>
          <p:cNvSpPr/>
          <p:nvPr/>
        </p:nvSpPr>
        <p:spPr>
          <a:xfrm>
            <a:off x="578662" y="1243849"/>
            <a:ext cx="8872500" cy="56412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600"/>
              </a:spcBef>
              <a:spcAft>
                <a:spcPts val="0"/>
              </a:spcAft>
              <a:buNone/>
            </a:pPr>
            <a:endParaRPr sz="2800" b="0" i="0" u="none" strike="noStrike" cap="none" dirty="0">
              <a:solidFill>
                <a:schemeClr val="dk1"/>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C9E01D00-DC1D-5506-6499-61AD4EFB34C2}"/>
              </a:ext>
            </a:extLst>
          </p:cNvPr>
          <p:cNvSpPr txBox="1"/>
          <p:nvPr/>
        </p:nvSpPr>
        <p:spPr>
          <a:xfrm>
            <a:off x="678842" y="1475147"/>
            <a:ext cx="8700715" cy="5124480"/>
          </a:xfrm>
          <a:prstGeom prst="rect">
            <a:avLst/>
          </a:prstGeom>
          <a:noFill/>
        </p:spPr>
        <p:txBody>
          <a:bodyPr wrap="square" rtlCol="0">
            <a:spAutoFit/>
          </a:bodyPr>
          <a:lstStyle/>
          <a:p>
            <a:pPr marL="370332" lvl="0" indent="-342900" algn="just" rtl="0">
              <a:lnSpc>
                <a:spcPct val="100000"/>
              </a:lnSpc>
              <a:spcBef>
                <a:spcPts val="0"/>
              </a:spcBef>
              <a:spcAft>
                <a:spcPts val="0"/>
              </a:spcAft>
              <a:buSzPts val="1760"/>
              <a:buFont typeface="Arial"/>
              <a:buChar char="•"/>
            </a:pPr>
            <a:r>
              <a:rPr lang="en-US" sz="2400" dirty="0">
                <a:solidFill>
                  <a:srgbClr val="0D0D0D"/>
                </a:solidFill>
                <a:latin typeface="Times New Roman"/>
                <a:ea typeface="Times New Roman"/>
                <a:cs typeface="Times New Roman"/>
                <a:sym typeface="Times New Roman"/>
              </a:rPr>
              <a:t>A</a:t>
            </a:r>
            <a:r>
              <a:rPr lang="en-US" sz="2400" i="0" dirty="0">
                <a:solidFill>
                  <a:srgbClr val="0D0D0D"/>
                </a:solidFill>
                <a:latin typeface="Times New Roman"/>
                <a:ea typeface="Times New Roman"/>
                <a:cs typeface="Times New Roman"/>
                <a:sym typeface="Times New Roman"/>
              </a:rPr>
              <a:t>n innovative tool designed to analyze the key parameters of electric motors with precision and efficiency.</a:t>
            </a:r>
            <a:endParaRPr lang="en-US" sz="2400" dirty="0"/>
          </a:p>
          <a:p>
            <a:pPr marL="370332" lvl="0" indent="-342900" algn="just" rtl="0">
              <a:lnSpc>
                <a:spcPct val="100000"/>
              </a:lnSpc>
              <a:spcBef>
                <a:spcPts val="600"/>
              </a:spcBef>
              <a:spcAft>
                <a:spcPts val="0"/>
              </a:spcAft>
              <a:buSzPts val="1760"/>
              <a:buFont typeface="Arial"/>
              <a:buChar char="•"/>
            </a:pPr>
            <a:r>
              <a:rPr lang="en-US" sz="2400" i="0" dirty="0">
                <a:solidFill>
                  <a:srgbClr val="0D0D0D"/>
                </a:solidFill>
                <a:latin typeface="Times New Roman"/>
                <a:ea typeface="Times New Roman"/>
                <a:cs typeface="Times New Roman"/>
                <a:sym typeface="Times New Roman"/>
              </a:rPr>
              <a:t> In today's rapidly evolving industrial landscape, understanding the performance characteristics of motors is essential for optimizing operational efficiency and ensuring equipment longevity. </a:t>
            </a:r>
            <a:endParaRPr lang="en-US" sz="2400" dirty="0"/>
          </a:p>
          <a:p>
            <a:pPr marL="370332" lvl="0" indent="-342900" algn="just" rtl="0">
              <a:lnSpc>
                <a:spcPct val="100000"/>
              </a:lnSpc>
              <a:spcBef>
                <a:spcPts val="600"/>
              </a:spcBef>
              <a:spcAft>
                <a:spcPts val="0"/>
              </a:spcAft>
              <a:buSzPts val="1760"/>
              <a:buFont typeface="Arial"/>
              <a:buChar char="•"/>
            </a:pPr>
            <a:r>
              <a:rPr lang="en-US" sz="2400" b="0" i="0" dirty="0">
                <a:solidFill>
                  <a:srgbClr val="0D0D0D"/>
                </a:solidFill>
                <a:latin typeface="Times New Roman"/>
                <a:ea typeface="Times New Roman"/>
                <a:cs typeface="Times New Roman"/>
                <a:sym typeface="Times New Roman"/>
              </a:rPr>
              <a:t>By simply placing the MPU sensor near the shaft of a motor and initiating rotation, the sensor empowers users with comprehensive insights into motor performance, facilitating informed decision-making and proactive maintenance strategies.</a:t>
            </a:r>
            <a:endParaRPr lang="en-US" sz="2400" i="0" dirty="0">
              <a:solidFill>
                <a:srgbClr val="0D0D0D"/>
              </a:solidFill>
              <a:latin typeface="Times New Roman"/>
              <a:ea typeface="Times New Roman"/>
              <a:cs typeface="Times New Roman"/>
              <a:sym typeface="Times New Roman"/>
            </a:endParaRPr>
          </a:p>
          <a:p>
            <a:pPr marL="370332" lvl="0" indent="-342900" algn="just" rtl="0">
              <a:lnSpc>
                <a:spcPct val="100000"/>
              </a:lnSpc>
              <a:spcBef>
                <a:spcPts val="600"/>
              </a:spcBef>
              <a:spcAft>
                <a:spcPts val="0"/>
              </a:spcAft>
              <a:buSzPts val="1760"/>
              <a:buFont typeface="Arial"/>
              <a:buChar char="•"/>
            </a:pPr>
            <a:r>
              <a:rPr lang="en-US" sz="2400" i="0" dirty="0">
                <a:solidFill>
                  <a:srgbClr val="0D0D0D"/>
                </a:solidFill>
                <a:latin typeface="Times New Roman"/>
                <a:ea typeface="Times New Roman"/>
                <a:cs typeface="Times New Roman"/>
                <a:sym typeface="Times New Roman"/>
              </a:rPr>
              <a:t>Our device offers a solution by providing real-time insights into crucial sensor parameters such as Voltage, Frequency, and Resistance.</a:t>
            </a:r>
            <a:endParaRPr lang="en-US" sz="2400" dirty="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7"/>
          <p:cNvSpPr txBox="1"/>
          <p:nvPr/>
        </p:nvSpPr>
        <p:spPr>
          <a:xfrm>
            <a:off x="712470" y="1867726"/>
            <a:ext cx="8633460" cy="4318000"/>
          </a:xfrm>
          <a:prstGeom prst="rect">
            <a:avLst/>
          </a:prstGeom>
          <a:noFill/>
          <a:ln>
            <a:noFill/>
          </a:ln>
        </p:spPr>
        <p:txBody>
          <a:bodyPr spcFirstLastPara="1" wrap="square" lIns="101875" tIns="50925" rIns="101875" bIns="50925" anchor="t" anchorCtr="0">
            <a:noAutofit/>
          </a:bodyPr>
          <a:lstStyle/>
          <a:p>
            <a:pPr marL="1018823" marR="0" lvl="0" indent="-1018823" algn="just" rtl="0">
              <a:lnSpc>
                <a:spcPct val="100000"/>
              </a:lnSpc>
              <a:spcBef>
                <a:spcPts val="0"/>
              </a:spcBef>
              <a:spcAft>
                <a:spcPts val="0"/>
              </a:spcAft>
              <a:buClr>
                <a:srgbClr val="000000"/>
              </a:buClr>
              <a:buSzPts val="2200"/>
              <a:buFont typeface="Noto Sans Symbols"/>
              <a:buChar char="❖"/>
            </a:pPr>
            <a:r>
              <a:rPr lang="en-US" sz="2400" dirty="0">
                <a:effectLst/>
                <a:latin typeface="Times New Roman" panose="02020603050405020304" pitchFamily="18" charset="0"/>
                <a:ea typeface="Times New Roman" panose="02020603050405020304" pitchFamily="18" charset="0"/>
              </a:rPr>
              <a:t>The testing and validation of magnetic pick-up sensors are critical to ensure their performance in high-precision applications. Traditional sensor testing methodologies often rely on manual, step-by-step procedures that assess parameters such as sensitivity, voltage output, and frequency response. However, these processes are not only time-consuming but also susceptible to operator-induced errors, which may lead to inconsistencies in testing quality. The proposed solution has been derived from the findings of the following research papers which has proved helpful to achieve the proposed objectives of the project.</a:t>
            </a:r>
            <a:endParaRPr sz="2400" dirty="0"/>
          </a:p>
        </p:txBody>
      </p:sp>
      <p:sp>
        <p:nvSpPr>
          <p:cNvPr id="134" name="Google Shape;134;p17"/>
          <p:cNvSpPr/>
          <p:nvPr/>
        </p:nvSpPr>
        <p:spPr>
          <a:xfrm>
            <a:off x="2407865" y="518160"/>
            <a:ext cx="4545083" cy="779985"/>
          </a:xfrm>
          <a:prstGeom prst="rect">
            <a:avLst/>
          </a:prstGeom>
          <a:noFill/>
          <a:ln>
            <a:noFill/>
          </a:ln>
        </p:spPr>
        <p:txBody>
          <a:bodyPr spcFirstLastPara="1" wrap="square" lIns="101875" tIns="50925" rIns="101875" bIns="50925" anchor="t" anchorCtr="0">
            <a:noAutofit/>
          </a:bodyPr>
          <a:lstStyle/>
          <a:p>
            <a:pPr marL="0" marR="0" lvl="0" indent="0" algn="ctr" rtl="0">
              <a:lnSpc>
                <a:spcPct val="100000"/>
              </a:lnSpc>
              <a:spcBef>
                <a:spcPts val="0"/>
              </a:spcBef>
              <a:spcAft>
                <a:spcPts val="0"/>
              </a:spcAft>
              <a:buNone/>
            </a:pPr>
            <a:r>
              <a:rPr lang="en-US" sz="4400" b="1" i="0" u="none" strike="noStrike" cap="none">
                <a:solidFill>
                  <a:srgbClr val="000000"/>
                </a:solidFill>
                <a:latin typeface="Times New Roman"/>
                <a:ea typeface="Times New Roman"/>
                <a:cs typeface="Times New Roman"/>
                <a:sym typeface="Times New Roman"/>
              </a:rPr>
              <a:t>Literature Survey</a:t>
            </a:r>
            <a:endParaRPr sz="5400" b="1" i="0" u="none" strike="noStrike" cap="none">
              <a:solidFill>
                <a:srgbClr val="000000"/>
              </a:solidFill>
              <a:latin typeface="Times New Roman"/>
              <a:ea typeface="Times New Roman"/>
              <a:cs typeface="Times New Roman"/>
              <a:sym typeface="Times New Roman"/>
            </a:endParaRPr>
          </a:p>
        </p:txBody>
      </p:sp>
      <p:sp>
        <p:nvSpPr>
          <p:cNvPr id="135" name="Google Shape;135;p17"/>
          <p:cNvSpPr txBox="1">
            <a:spLocks noGrp="1"/>
          </p:cNvSpPr>
          <p:nvPr>
            <p:ph type="dt" idx="10"/>
          </p:nvPr>
        </p:nvSpPr>
        <p:spPr>
          <a:xfrm>
            <a:off x="6789420" y="6995161"/>
            <a:ext cx="2766060" cy="413808"/>
          </a:xfrm>
          <a:prstGeom prst="rect">
            <a:avLst/>
          </a:prstGeom>
          <a:noFill/>
          <a:ln>
            <a:noFill/>
          </a:ln>
        </p:spPr>
        <p:txBody>
          <a:bodyPr spcFirstLastPara="1" wrap="square" lIns="101875" tIns="50925" rIns="101875" bIns="50925" anchor="ctr" anchorCtr="0">
            <a:noAutofit/>
          </a:bodyPr>
          <a:lstStyle/>
          <a:p>
            <a:pPr marL="0" lvl="0" indent="0" algn="r" rtl="0">
              <a:lnSpc>
                <a:spcPct val="100000"/>
              </a:lnSpc>
              <a:spcBef>
                <a:spcPts val="0"/>
              </a:spcBef>
              <a:spcAft>
                <a:spcPts val="0"/>
              </a:spcAft>
              <a:buNone/>
            </a:pPr>
            <a:r>
              <a:rPr lang="en-US"/>
              <a:t>3/24/2025</a:t>
            </a:r>
            <a:endParaRPr/>
          </a:p>
        </p:txBody>
      </p:sp>
      <p:sp>
        <p:nvSpPr>
          <p:cNvPr id="137" name="Google Shape;137;p17"/>
          <p:cNvSpPr txBox="1">
            <a:spLocks noGrp="1"/>
          </p:cNvSpPr>
          <p:nvPr>
            <p:ph type="sldNum" idx="12"/>
          </p:nvPr>
        </p:nvSpPr>
        <p:spPr>
          <a:xfrm>
            <a:off x="4191000" y="6995161"/>
            <a:ext cx="2011680" cy="413808"/>
          </a:xfrm>
          <a:prstGeom prst="rect">
            <a:avLst/>
          </a:prstGeom>
          <a:noFill/>
          <a:ln>
            <a:noFill/>
          </a:ln>
        </p:spPr>
        <p:txBody>
          <a:bodyPr spcFirstLastPara="1" wrap="square" lIns="101875" tIns="50925" rIns="101875" bIns="50925" anchor="ctr" anchorCtr="0">
            <a:noAutofit/>
          </a:bodyPr>
          <a:lstStyle/>
          <a:p>
            <a:pPr marL="0" lvl="0" indent="0" algn="r" rtl="0">
              <a:lnSpc>
                <a:spcPct val="100000"/>
              </a:lnSpc>
              <a:spcBef>
                <a:spcPts val="0"/>
              </a:spcBef>
              <a:spcAft>
                <a:spcPts val="0"/>
              </a:spcAft>
              <a:buSzPts val="1300"/>
              <a:buNone/>
            </a:pPr>
            <a:fld id="{00000000-1234-1234-1234-123412341234}" type="slidenum">
              <a:rPr lang="en-US"/>
              <a:t>4</a:t>
            </a:fld>
            <a:endParaRPr sz="1800">
              <a:latin typeface="Calibri"/>
              <a:ea typeface="Calibri"/>
              <a:cs typeface="Calibri"/>
              <a:sym typeface="Calibri"/>
            </a:endParaRPr>
          </a:p>
        </p:txBody>
      </p:sp>
      <p:sp>
        <p:nvSpPr>
          <p:cNvPr id="2" name="Google Shape;127;p16">
            <a:extLst>
              <a:ext uri="{FF2B5EF4-FFF2-40B4-BE49-F238E27FC236}">
                <a16:creationId xmlns:a16="http://schemas.microsoft.com/office/drawing/2014/main" id="{DDB29FAC-47B3-A73A-B420-6A15DCADE311}"/>
              </a:ext>
            </a:extLst>
          </p:cNvPr>
          <p:cNvSpPr txBox="1">
            <a:spLocks noGrp="1"/>
          </p:cNvSpPr>
          <p:nvPr>
            <p:ph type="ftr" idx="11"/>
          </p:nvPr>
        </p:nvSpPr>
        <p:spPr>
          <a:xfrm>
            <a:off x="393084" y="7207375"/>
            <a:ext cx="2723495" cy="184666"/>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Automation in MPU Sensor Testing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graphicFrame>
        <p:nvGraphicFramePr>
          <p:cNvPr id="142" name="Google Shape;142;p18"/>
          <p:cNvGraphicFramePr/>
          <p:nvPr>
            <p:extLst>
              <p:ext uri="{D42A27DB-BD31-4B8C-83A1-F6EECF244321}">
                <p14:modId xmlns:p14="http://schemas.microsoft.com/office/powerpoint/2010/main" val="2073358014"/>
              </p:ext>
            </p:extLst>
          </p:nvPr>
        </p:nvGraphicFramePr>
        <p:xfrm>
          <a:off x="251460" y="905229"/>
          <a:ext cx="9387825" cy="6081780"/>
        </p:xfrm>
        <a:graphic>
          <a:graphicData uri="http://schemas.openxmlformats.org/drawingml/2006/table">
            <a:tbl>
              <a:tblPr firstRow="1" bandRow="1">
                <a:noFill/>
                <a:tableStyleId>{6B2B5921-64E3-45E4-83D0-3E72FB5DA031}</a:tableStyleId>
              </a:tblPr>
              <a:tblGrid>
                <a:gridCol w="754375">
                  <a:extLst>
                    <a:ext uri="{9D8B030D-6E8A-4147-A177-3AD203B41FA5}">
                      <a16:colId xmlns:a16="http://schemas.microsoft.com/office/drawing/2014/main" val="20000"/>
                    </a:ext>
                  </a:extLst>
                </a:gridCol>
                <a:gridCol w="1005850">
                  <a:extLst>
                    <a:ext uri="{9D8B030D-6E8A-4147-A177-3AD203B41FA5}">
                      <a16:colId xmlns:a16="http://schemas.microsoft.com/office/drawing/2014/main" val="20001"/>
                    </a:ext>
                  </a:extLst>
                </a:gridCol>
                <a:gridCol w="2036325">
                  <a:extLst>
                    <a:ext uri="{9D8B030D-6E8A-4147-A177-3AD203B41FA5}">
                      <a16:colId xmlns:a16="http://schemas.microsoft.com/office/drawing/2014/main" val="20002"/>
                    </a:ext>
                  </a:extLst>
                </a:gridCol>
                <a:gridCol w="2322300">
                  <a:extLst>
                    <a:ext uri="{9D8B030D-6E8A-4147-A177-3AD203B41FA5}">
                      <a16:colId xmlns:a16="http://schemas.microsoft.com/office/drawing/2014/main" val="20003"/>
                    </a:ext>
                  </a:extLst>
                </a:gridCol>
                <a:gridCol w="1735125">
                  <a:extLst>
                    <a:ext uri="{9D8B030D-6E8A-4147-A177-3AD203B41FA5}">
                      <a16:colId xmlns:a16="http://schemas.microsoft.com/office/drawing/2014/main" val="20004"/>
                    </a:ext>
                  </a:extLst>
                </a:gridCol>
                <a:gridCol w="1533850">
                  <a:extLst>
                    <a:ext uri="{9D8B030D-6E8A-4147-A177-3AD203B41FA5}">
                      <a16:colId xmlns:a16="http://schemas.microsoft.com/office/drawing/2014/main" val="20005"/>
                    </a:ext>
                  </a:extLst>
                </a:gridCol>
              </a:tblGrid>
              <a:tr h="944200">
                <a:tc>
                  <a:txBody>
                    <a:bodyPr/>
                    <a:lstStyle/>
                    <a:p>
                      <a:pPr marL="0" marR="0" lvl="0" indent="0" algn="l" rtl="0">
                        <a:spcBef>
                          <a:spcPts val="0"/>
                        </a:spcBef>
                        <a:spcAft>
                          <a:spcPts val="0"/>
                        </a:spcAft>
                        <a:buNone/>
                      </a:pPr>
                      <a:r>
                        <a:rPr lang="en-US" sz="1800" b="1" u="none" strike="noStrike" cap="none">
                          <a:solidFill>
                            <a:srgbClr val="021828"/>
                          </a:solidFill>
                          <a:latin typeface="Times New Roman"/>
                          <a:ea typeface="Times New Roman"/>
                          <a:cs typeface="Times New Roman"/>
                          <a:sym typeface="Times New Roman"/>
                        </a:rPr>
                        <a:t>Sr. No.</a:t>
                      </a:r>
                      <a:endParaRPr sz="1800" b="1">
                        <a:solidFill>
                          <a:srgbClr val="021828"/>
                        </a:solidFill>
                        <a:latin typeface="Times New Roman"/>
                        <a:ea typeface="Times New Roman"/>
                        <a:cs typeface="Times New Roman"/>
                        <a:sym typeface="Times New Roman"/>
                      </a:endParaRPr>
                    </a:p>
                  </a:txBody>
                  <a:tcPr marL="111750" marR="111750" marT="57575" marB="57575"/>
                </a:tc>
                <a:tc>
                  <a:txBody>
                    <a:bodyPr/>
                    <a:lstStyle/>
                    <a:p>
                      <a:pPr marL="0" marR="0" lvl="0" indent="0" algn="ctr" rtl="0">
                        <a:spcBef>
                          <a:spcPts val="0"/>
                        </a:spcBef>
                        <a:spcAft>
                          <a:spcPts val="0"/>
                        </a:spcAft>
                        <a:buNone/>
                      </a:pPr>
                      <a:r>
                        <a:rPr lang="en-US" sz="1800" b="1">
                          <a:solidFill>
                            <a:srgbClr val="021828"/>
                          </a:solidFill>
                          <a:latin typeface="Times New Roman"/>
                          <a:ea typeface="Times New Roman"/>
                          <a:cs typeface="Times New Roman"/>
                          <a:sym typeface="Times New Roman"/>
                        </a:rPr>
                        <a:t>Year of Publication</a:t>
                      </a:r>
                      <a:endParaRPr sz="1800" b="1">
                        <a:solidFill>
                          <a:srgbClr val="021828"/>
                        </a:solidFill>
                        <a:latin typeface="Times New Roman"/>
                        <a:ea typeface="Times New Roman"/>
                        <a:cs typeface="Times New Roman"/>
                        <a:sym typeface="Times New Roman"/>
                      </a:endParaRPr>
                    </a:p>
                  </a:txBody>
                  <a:tcPr marL="111750" marR="111750" marT="57575" marB="57575" anchor="ctr"/>
                </a:tc>
                <a:tc>
                  <a:txBody>
                    <a:bodyPr/>
                    <a:lstStyle/>
                    <a:p>
                      <a:pPr marL="0" marR="0" lvl="0" indent="0" algn="ctr" rtl="0">
                        <a:spcBef>
                          <a:spcPts val="0"/>
                        </a:spcBef>
                        <a:spcAft>
                          <a:spcPts val="0"/>
                        </a:spcAft>
                        <a:buNone/>
                      </a:pPr>
                      <a:r>
                        <a:rPr lang="en-US" sz="1800" b="1">
                          <a:solidFill>
                            <a:srgbClr val="021828"/>
                          </a:solidFill>
                          <a:latin typeface="Times New Roman"/>
                          <a:ea typeface="Times New Roman"/>
                          <a:cs typeface="Times New Roman"/>
                          <a:sym typeface="Times New Roman"/>
                        </a:rPr>
                        <a:t>Title and Name of Authors’</a:t>
                      </a:r>
                      <a:endParaRPr sz="1800" b="1">
                        <a:solidFill>
                          <a:srgbClr val="021828"/>
                        </a:solidFill>
                        <a:latin typeface="Times New Roman"/>
                        <a:ea typeface="Times New Roman"/>
                        <a:cs typeface="Times New Roman"/>
                        <a:sym typeface="Times New Roman"/>
                      </a:endParaRPr>
                    </a:p>
                  </a:txBody>
                  <a:tcPr marL="111750" marR="111750" marT="57575" marB="57575" anchor="ctr"/>
                </a:tc>
                <a:tc>
                  <a:txBody>
                    <a:bodyPr/>
                    <a:lstStyle/>
                    <a:p>
                      <a:pPr marL="0" marR="0" lvl="0" indent="0" algn="ctr" rtl="0">
                        <a:spcBef>
                          <a:spcPts val="0"/>
                        </a:spcBef>
                        <a:spcAft>
                          <a:spcPts val="0"/>
                        </a:spcAft>
                        <a:buNone/>
                      </a:pPr>
                      <a:r>
                        <a:rPr lang="en-US" sz="1800" b="1">
                          <a:solidFill>
                            <a:srgbClr val="021828"/>
                          </a:solidFill>
                          <a:latin typeface="Times New Roman"/>
                          <a:ea typeface="Times New Roman"/>
                          <a:cs typeface="Times New Roman"/>
                          <a:sym typeface="Times New Roman"/>
                        </a:rPr>
                        <a:t>Main Findings</a:t>
                      </a:r>
                      <a:endParaRPr sz="1800" b="1">
                        <a:solidFill>
                          <a:srgbClr val="021828"/>
                        </a:solidFill>
                        <a:latin typeface="Times New Roman"/>
                        <a:ea typeface="Times New Roman"/>
                        <a:cs typeface="Times New Roman"/>
                        <a:sym typeface="Times New Roman"/>
                      </a:endParaRPr>
                    </a:p>
                  </a:txBody>
                  <a:tcPr marL="111750" marR="111750" marT="57575" marB="57575" anchor="ctr"/>
                </a:tc>
                <a:tc>
                  <a:txBody>
                    <a:bodyPr/>
                    <a:lstStyle/>
                    <a:p>
                      <a:pPr marL="0" marR="0" lvl="0" indent="0" algn="ctr" rtl="0">
                        <a:spcBef>
                          <a:spcPts val="0"/>
                        </a:spcBef>
                        <a:spcAft>
                          <a:spcPts val="0"/>
                        </a:spcAft>
                        <a:buNone/>
                      </a:pPr>
                      <a:r>
                        <a:rPr lang="en-US" sz="1800" b="1">
                          <a:solidFill>
                            <a:srgbClr val="021828"/>
                          </a:solidFill>
                          <a:latin typeface="Times New Roman"/>
                          <a:ea typeface="Times New Roman"/>
                          <a:cs typeface="Times New Roman"/>
                          <a:sym typeface="Times New Roman"/>
                        </a:rPr>
                        <a:t>Methodology</a:t>
                      </a:r>
                      <a:endParaRPr sz="1800" b="1">
                        <a:solidFill>
                          <a:srgbClr val="021828"/>
                        </a:solidFill>
                        <a:latin typeface="Times New Roman"/>
                        <a:ea typeface="Times New Roman"/>
                        <a:cs typeface="Times New Roman"/>
                        <a:sym typeface="Times New Roman"/>
                      </a:endParaRPr>
                    </a:p>
                  </a:txBody>
                  <a:tcPr marL="111750" marR="111750" marT="57575" marB="57575" anchor="ctr"/>
                </a:tc>
                <a:tc>
                  <a:txBody>
                    <a:bodyPr/>
                    <a:lstStyle/>
                    <a:p>
                      <a:pPr marL="0" marR="0" lvl="0" indent="0" algn="ctr" rtl="0">
                        <a:spcBef>
                          <a:spcPts val="0"/>
                        </a:spcBef>
                        <a:spcAft>
                          <a:spcPts val="0"/>
                        </a:spcAft>
                        <a:buNone/>
                      </a:pPr>
                      <a:r>
                        <a:rPr lang="en-US" sz="1800" b="1" dirty="0">
                          <a:solidFill>
                            <a:srgbClr val="021828"/>
                          </a:solidFill>
                          <a:latin typeface="Times New Roman"/>
                          <a:ea typeface="Times New Roman"/>
                          <a:cs typeface="Times New Roman"/>
                          <a:sym typeface="Times New Roman"/>
                        </a:rPr>
                        <a:t>Limitations/Gap</a:t>
                      </a:r>
                      <a:endParaRPr sz="1800" b="1" dirty="0">
                        <a:solidFill>
                          <a:srgbClr val="021828"/>
                        </a:solidFill>
                        <a:latin typeface="Times New Roman"/>
                        <a:ea typeface="Times New Roman"/>
                        <a:cs typeface="Times New Roman"/>
                        <a:sym typeface="Times New Roman"/>
                      </a:endParaRPr>
                    </a:p>
                  </a:txBody>
                  <a:tcPr marL="111750" marR="111750" marT="57575" marB="57575" anchor="ctr"/>
                </a:tc>
                <a:extLst>
                  <a:ext uri="{0D108BD9-81ED-4DB2-BD59-A6C34878D82A}">
                    <a16:rowId xmlns:a16="http://schemas.microsoft.com/office/drawing/2014/main" val="10000"/>
                  </a:ext>
                </a:extLst>
              </a:tr>
              <a:tr h="713900">
                <a:tc>
                  <a:txBody>
                    <a:bodyPr/>
                    <a:lstStyle/>
                    <a:p>
                      <a:pPr marL="0" marR="0" lvl="0" indent="0" algn="just" rtl="0">
                        <a:spcBef>
                          <a:spcPts val="0"/>
                        </a:spcBef>
                        <a:spcAft>
                          <a:spcPts val="0"/>
                        </a:spcAft>
                        <a:buNone/>
                      </a:pPr>
                      <a:r>
                        <a:rPr lang="en-US" sz="2300" b="1">
                          <a:solidFill>
                            <a:schemeClr val="dk1"/>
                          </a:solidFill>
                          <a:latin typeface="Times New Roman"/>
                          <a:ea typeface="Times New Roman"/>
                          <a:cs typeface="Times New Roman"/>
                          <a:sym typeface="Times New Roman"/>
                        </a:rPr>
                        <a:t>1.</a:t>
                      </a:r>
                      <a:endParaRPr sz="2300" b="1">
                        <a:solidFill>
                          <a:schemeClr val="dk1"/>
                        </a:solidFill>
                        <a:latin typeface="Times New Roman"/>
                        <a:ea typeface="Times New Roman"/>
                        <a:cs typeface="Times New Roman"/>
                        <a:sym typeface="Times New Roman"/>
                      </a:endParaRPr>
                    </a:p>
                  </a:txBody>
                  <a:tcPr marL="111750" marR="111750" marT="57575" marB="57575" anchor="ctr"/>
                </a:tc>
                <a:tc>
                  <a:txBody>
                    <a:bodyPr/>
                    <a:lstStyle/>
                    <a:p>
                      <a:pPr marL="0" marR="0" lvl="0" indent="0" algn="just" rtl="0">
                        <a:spcBef>
                          <a:spcPts val="0"/>
                        </a:spcBef>
                        <a:spcAft>
                          <a:spcPts val="0"/>
                        </a:spcAft>
                        <a:buNone/>
                      </a:pPr>
                      <a:r>
                        <a:rPr lang="en-IN" sz="2300" b="1" dirty="0">
                          <a:solidFill>
                            <a:schemeClr val="tx1"/>
                          </a:solidFill>
                          <a:latin typeface="Times New Roman"/>
                          <a:ea typeface="Times New Roman"/>
                          <a:cs typeface="Times New Roman"/>
                          <a:sym typeface="Times New Roman"/>
                        </a:rPr>
                        <a:t>2018</a:t>
                      </a:r>
                      <a:endParaRPr sz="2300" b="1" dirty="0">
                        <a:solidFill>
                          <a:schemeClr val="tx1"/>
                        </a:solidFill>
                        <a:latin typeface="Times New Roman"/>
                        <a:ea typeface="Times New Roman"/>
                        <a:cs typeface="Times New Roman"/>
                        <a:sym typeface="Times New Roman"/>
                      </a:endParaRPr>
                    </a:p>
                  </a:txBody>
                  <a:tcPr marL="111750" marR="111750" marT="57575" marB="57575"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1" i="0" u="none" strike="noStrike" cap="none" dirty="0">
                          <a:solidFill>
                            <a:srgbClr val="000000"/>
                          </a:solidFill>
                          <a:effectLst/>
                          <a:latin typeface="Arial"/>
                          <a:ea typeface="Arial"/>
                          <a:cs typeface="Arial"/>
                          <a:sym typeface="Arial"/>
                        </a:rPr>
                        <a:t>Title: </a:t>
                      </a:r>
                      <a:r>
                        <a:rPr lang="en-US" sz="1400" b="0" i="0" u="none" strike="noStrike" cap="none" dirty="0">
                          <a:solidFill>
                            <a:srgbClr val="000000"/>
                          </a:solidFill>
                          <a:effectLst/>
                          <a:latin typeface="Arial"/>
                          <a:ea typeface="Arial"/>
                          <a:cs typeface="Arial"/>
                          <a:sym typeface="Arial"/>
                        </a:rPr>
                        <a:t>Active Guarded Wheatstone Bridge for High Resistance Measurements Up to 100 TΩ at TÜBİTAK UME.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1" i="0" u="none" strike="noStrike" cap="none" dirty="0">
                          <a:solidFill>
                            <a:srgbClr val="000000"/>
                          </a:solidFill>
                          <a:effectLst/>
                          <a:latin typeface="Arial"/>
                          <a:ea typeface="Arial"/>
                          <a:cs typeface="Arial"/>
                          <a:sym typeface="Arial"/>
                        </a:rPr>
                        <a:t>Authors: </a:t>
                      </a:r>
                      <a:r>
                        <a:rPr lang="en-IN" sz="1400" b="0" i="0" u="none" strike="noStrike" cap="none" dirty="0">
                          <a:solidFill>
                            <a:schemeClr val="tx1"/>
                          </a:solidFill>
                          <a:effectLst/>
                          <a:latin typeface="Arial"/>
                          <a:ea typeface="Arial"/>
                          <a:cs typeface="Arial"/>
                          <a:sym typeface="Arial"/>
                        </a:rPr>
                        <a:t>Ömer Erkan; Gülay Gülmez; Enis Turhan; Cem</a:t>
                      </a:r>
                      <a:r>
                        <a:rPr lang="en-IN" sz="1400" b="0" i="0" u="none" strike="noStrike" cap="none" dirty="0">
                          <a:solidFill>
                            <a:srgbClr val="56C7AA"/>
                          </a:solidFill>
                          <a:effectLst/>
                          <a:latin typeface="Arial"/>
                          <a:ea typeface="Arial"/>
                          <a:cs typeface="Arial"/>
                          <a:sym typeface="Arial"/>
                        </a:rPr>
                        <a:t> </a:t>
                      </a:r>
                      <a:r>
                        <a:rPr lang="en-IN" sz="1400" b="0" i="0" u="none" strike="noStrike" cap="none" dirty="0" err="1">
                          <a:solidFill>
                            <a:schemeClr val="tx1"/>
                          </a:solidFill>
                          <a:effectLst/>
                          <a:latin typeface="Arial"/>
                          <a:ea typeface="Arial"/>
                          <a:cs typeface="Arial"/>
                          <a:sym typeface="Arial"/>
                        </a:rPr>
                        <a:t>Hayirli</a:t>
                      </a:r>
                      <a:endParaRPr lang="en-US" sz="1400" b="1" i="0" u="none" strike="noStrike" cap="none" dirty="0">
                        <a:solidFill>
                          <a:schemeClr val="tx1"/>
                        </a:solidFill>
                        <a:effectLst/>
                        <a:latin typeface="Arial"/>
                        <a:ea typeface="Arial"/>
                        <a:cs typeface="Arial"/>
                        <a:sym typeface="Arial"/>
                      </a:endParaRPr>
                    </a:p>
                  </a:txBody>
                  <a:tcPr marL="111750" marR="111750" marT="57575" marB="57575" anchor="ctr"/>
                </a:tc>
                <a:tc>
                  <a:txBody>
                    <a:bodyPr/>
                    <a:lstStyle/>
                    <a:p>
                      <a:pPr marL="342900" marR="0" lvl="0" indent="-196850" algn="l" rtl="0">
                        <a:spcBef>
                          <a:spcPts val="0"/>
                        </a:spcBef>
                        <a:spcAft>
                          <a:spcPts val="0"/>
                        </a:spcAft>
                        <a:buClr>
                          <a:schemeClr val="dk1"/>
                        </a:buClr>
                        <a:buSzPts val="2300"/>
                        <a:buFont typeface="Trebuchet MS"/>
                        <a:buNone/>
                      </a:pPr>
                      <a:r>
                        <a:rPr lang="en-US" sz="1400" dirty="0"/>
                        <a:t>Developed a high-precision Wheatstone Bridge system for measuring resistances from </a:t>
                      </a:r>
                      <a:r>
                        <a:rPr lang="en-US" sz="1400" b="1" dirty="0"/>
                        <a:t>100 MΩ to 100 TΩ</a:t>
                      </a:r>
                      <a:r>
                        <a:rPr lang="en-US" sz="1400" dirty="0"/>
                        <a:t> at </a:t>
                      </a:r>
                      <a:r>
                        <a:rPr lang="en-US" sz="1400" b="1" dirty="0"/>
                        <a:t>up to 1000 V</a:t>
                      </a:r>
                      <a:r>
                        <a:rPr lang="en-US" sz="1400" dirty="0"/>
                        <a:t>, with improved accuracy using guarded boxes and low-noise cables.</a:t>
                      </a:r>
                      <a:endParaRPr sz="1400" dirty="0">
                        <a:latin typeface="Times New Roman"/>
                        <a:ea typeface="Times New Roman"/>
                        <a:cs typeface="Times New Roman"/>
                        <a:sym typeface="Times New Roman"/>
                      </a:endParaRPr>
                    </a:p>
                  </a:txBody>
                  <a:tcPr marL="111750" marR="111750" marT="57575" marB="57575"/>
                </a:tc>
                <a:tc>
                  <a:txBody>
                    <a:bodyPr/>
                    <a:lstStyle/>
                    <a:p>
                      <a:pPr marL="0" marR="0" lvl="0" indent="0" algn="l" rtl="0">
                        <a:spcBef>
                          <a:spcPts val="0"/>
                        </a:spcBef>
                        <a:spcAft>
                          <a:spcPts val="0"/>
                        </a:spcAft>
                        <a:buClr>
                          <a:schemeClr val="dk1"/>
                        </a:buClr>
                        <a:buSzPts val="2300"/>
                        <a:buFont typeface="Arial"/>
                        <a:buNone/>
                      </a:pPr>
                      <a:r>
                        <a:rPr lang="en-US" dirty="0"/>
                        <a:t>Used an </a:t>
                      </a:r>
                      <a:r>
                        <a:rPr lang="en-US" b="1" dirty="0"/>
                        <a:t>active Wheatstone Bridge</a:t>
                      </a:r>
                      <a:r>
                        <a:rPr lang="en-US" dirty="0"/>
                        <a:t> with </a:t>
                      </a:r>
                      <a:r>
                        <a:rPr lang="en-US" b="1" dirty="0"/>
                        <a:t>shielded enclosures</a:t>
                      </a:r>
                      <a:r>
                        <a:rPr lang="en-US" dirty="0"/>
                        <a:t> and </a:t>
                      </a:r>
                      <a:r>
                        <a:rPr lang="en-US" b="1" dirty="0"/>
                        <a:t>low-noise wiring</a:t>
                      </a:r>
                      <a:r>
                        <a:rPr lang="en-US" dirty="0"/>
                        <a:t> to minimize leakage and noise during high-resistance measurements.</a:t>
                      </a:r>
                      <a:endParaRPr sz="1400" dirty="0">
                        <a:latin typeface="Times New Roman"/>
                        <a:ea typeface="Times New Roman"/>
                        <a:cs typeface="Times New Roman"/>
                        <a:sym typeface="Times New Roman"/>
                      </a:endParaRPr>
                    </a:p>
                  </a:txBody>
                  <a:tcPr marL="111750" marR="111750" marT="57575" marB="57575"/>
                </a:tc>
                <a:tc>
                  <a:txBody>
                    <a:bodyPr/>
                    <a:lstStyle/>
                    <a:p>
                      <a:pPr marL="0" marR="0" lvl="0" indent="0" algn="l" rtl="0">
                        <a:spcBef>
                          <a:spcPts val="0"/>
                        </a:spcBef>
                        <a:spcAft>
                          <a:spcPts val="0"/>
                        </a:spcAft>
                        <a:buClr>
                          <a:schemeClr val="dk1"/>
                        </a:buClr>
                        <a:buSzPts val="1600"/>
                        <a:buFont typeface="Trebuchet MS"/>
                        <a:buNone/>
                      </a:pPr>
                      <a:r>
                        <a:rPr lang="en-US" dirty="0"/>
                        <a:t>System requires </a:t>
                      </a:r>
                      <a:r>
                        <a:rPr lang="en-US" b="1" dirty="0"/>
                        <a:t>controlled lab conditions</a:t>
                      </a:r>
                      <a:r>
                        <a:rPr lang="en-US" dirty="0"/>
                        <a:t> and lacks </a:t>
                      </a:r>
                      <a:r>
                        <a:rPr lang="en-US" b="1" dirty="0"/>
                        <a:t>automation</a:t>
                      </a:r>
                      <a:r>
                        <a:rPr lang="en-US" dirty="0"/>
                        <a:t> or </a:t>
                      </a:r>
                      <a:r>
                        <a:rPr lang="en-US" b="1" dirty="0"/>
                        <a:t>portable application</a:t>
                      </a:r>
                      <a:r>
                        <a:rPr lang="en-US" dirty="0"/>
                        <a:t>, limiting real-world usability.</a:t>
                      </a:r>
                      <a:endParaRPr sz="1400" dirty="0">
                        <a:solidFill>
                          <a:schemeClr val="dk1"/>
                        </a:solidFill>
                        <a:latin typeface="Times New Roman"/>
                        <a:ea typeface="Times New Roman"/>
                        <a:cs typeface="Times New Roman"/>
                        <a:sym typeface="Times New Roman"/>
                      </a:endParaRPr>
                    </a:p>
                  </a:txBody>
                  <a:tcPr marL="111750" marR="111750" marT="57575" marB="57575"/>
                </a:tc>
                <a:extLst>
                  <a:ext uri="{0D108BD9-81ED-4DB2-BD59-A6C34878D82A}">
                    <a16:rowId xmlns:a16="http://schemas.microsoft.com/office/drawing/2014/main" val="10001"/>
                  </a:ext>
                </a:extLst>
              </a:tr>
              <a:tr h="841050">
                <a:tc>
                  <a:txBody>
                    <a:bodyPr/>
                    <a:lstStyle/>
                    <a:p>
                      <a:pPr marL="0" marR="0" lvl="0" indent="0" algn="just" rtl="0">
                        <a:spcBef>
                          <a:spcPts val="0"/>
                        </a:spcBef>
                        <a:spcAft>
                          <a:spcPts val="0"/>
                        </a:spcAft>
                        <a:buNone/>
                      </a:pPr>
                      <a:r>
                        <a:rPr lang="en-US" sz="2300" b="1">
                          <a:solidFill>
                            <a:schemeClr val="dk1"/>
                          </a:solidFill>
                          <a:latin typeface="Times New Roman"/>
                          <a:ea typeface="Times New Roman"/>
                          <a:cs typeface="Times New Roman"/>
                          <a:sym typeface="Times New Roman"/>
                        </a:rPr>
                        <a:t>2.</a:t>
                      </a:r>
                      <a:endParaRPr sz="2300" b="1">
                        <a:solidFill>
                          <a:schemeClr val="dk1"/>
                        </a:solidFill>
                        <a:latin typeface="Times New Roman"/>
                        <a:ea typeface="Times New Roman"/>
                        <a:cs typeface="Times New Roman"/>
                        <a:sym typeface="Times New Roman"/>
                      </a:endParaRPr>
                    </a:p>
                  </a:txBody>
                  <a:tcPr marL="111750" marR="111750" marT="57575" marB="57575" anchor="ctr"/>
                </a:tc>
                <a:tc>
                  <a:txBody>
                    <a:bodyPr/>
                    <a:lstStyle/>
                    <a:p>
                      <a:pPr marL="0" marR="0" lvl="0" indent="0" algn="just" rtl="0">
                        <a:spcBef>
                          <a:spcPts val="0"/>
                        </a:spcBef>
                        <a:spcAft>
                          <a:spcPts val="0"/>
                        </a:spcAft>
                        <a:buNone/>
                      </a:pPr>
                      <a:r>
                        <a:rPr lang="en-IN" sz="2300" b="1" dirty="0">
                          <a:solidFill>
                            <a:schemeClr val="tx1"/>
                          </a:solidFill>
                          <a:latin typeface="Times New Roman"/>
                          <a:ea typeface="Times New Roman"/>
                          <a:cs typeface="Times New Roman"/>
                          <a:sym typeface="Times New Roman"/>
                        </a:rPr>
                        <a:t>2018</a:t>
                      </a:r>
                      <a:endParaRPr sz="2300" b="1" dirty="0">
                        <a:solidFill>
                          <a:schemeClr val="tx1"/>
                        </a:solidFill>
                        <a:latin typeface="Times New Roman"/>
                        <a:ea typeface="Times New Roman"/>
                        <a:cs typeface="Times New Roman"/>
                        <a:sym typeface="Times New Roman"/>
                      </a:endParaRPr>
                    </a:p>
                  </a:txBody>
                  <a:tcPr marL="111750" marR="111750" marT="57575" marB="57575" anchor="ctr"/>
                </a:tc>
                <a:tc>
                  <a:txBody>
                    <a:bodyPr/>
                    <a:lstStyle/>
                    <a:p>
                      <a:pPr marL="0" marR="0" lvl="0" indent="0" algn="l" rtl="0">
                        <a:spcBef>
                          <a:spcPts val="0"/>
                        </a:spcBef>
                        <a:spcAft>
                          <a:spcPts val="0"/>
                        </a:spcAft>
                        <a:buNone/>
                      </a:pPr>
                      <a:r>
                        <a:rPr lang="en-US" sz="1400" b="1" i="0" u="none" strike="noStrike" cap="none" dirty="0">
                          <a:solidFill>
                            <a:srgbClr val="000000"/>
                          </a:solidFill>
                          <a:effectLst/>
                          <a:latin typeface="Arial"/>
                          <a:ea typeface="Arial"/>
                          <a:cs typeface="Arial"/>
                          <a:sym typeface="Arial"/>
                        </a:rPr>
                        <a:t>Title: </a:t>
                      </a:r>
                      <a:r>
                        <a:rPr lang="en-US" sz="1400" b="0" i="0" u="none" strike="noStrike" cap="none" dirty="0">
                          <a:solidFill>
                            <a:srgbClr val="000000"/>
                          </a:solidFill>
                          <a:effectLst/>
                          <a:latin typeface="Arial"/>
                          <a:ea typeface="Arial"/>
                          <a:cs typeface="Arial"/>
                          <a:sym typeface="Arial"/>
                        </a:rPr>
                        <a:t>A self-heated double Wheatstone bridge configuration for a 2-D wind sensor. </a:t>
                      </a:r>
                    </a:p>
                    <a:p>
                      <a:pPr marL="0" marR="0" lvl="0" indent="0" algn="l" rtl="0">
                        <a:spcBef>
                          <a:spcPts val="0"/>
                        </a:spcBef>
                        <a:spcAft>
                          <a:spcPts val="0"/>
                        </a:spcAft>
                        <a:buNone/>
                      </a:pPr>
                      <a:r>
                        <a:rPr lang="en-US" sz="1400" b="1" i="0" u="none" strike="noStrike" cap="none" dirty="0">
                          <a:solidFill>
                            <a:srgbClr val="000000"/>
                          </a:solidFill>
                          <a:effectLst/>
                          <a:latin typeface="Arial"/>
                          <a:ea typeface="Times New Roman"/>
                          <a:cs typeface="Arial"/>
                          <a:sym typeface="Arial"/>
                        </a:rPr>
                        <a:t>Authors: </a:t>
                      </a:r>
                      <a:r>
                        <a:rPr lang="en-US" sz="1400" b="0" i="0" u="none" strike="noStrike" cap="none" dirty="0" err="1">
                          <a:solidFill>
                            <a:srgbClr val="000000"/>
                          </a:solidFill>
                          <a:effectLst/>
                          <a:latin typeface="Arial"/>
                          <a:ea typeface="Arial"/>
                          <a:cs typeface="Arial"/>
                          <a:sym typeface="Arial"/>
                        </a:rPr>
                        <a:t>Shixuan</a:t>
                      </a:r>
                      <a:r>
                        <a:rPr lang="en-US" sz="1400" b="0" i="0" u="none" strike="noStrike" cap="none" dirty="0">
                          <a:solidFill>
                            <a:srgbClr val="000000"/>
                          </a:solidFill>
                          <a:effectLst/>
                          <a:latin typeface="Arial"/>
                          <a:ea typeface="Arial"/>
                          <a:cs typeface="Arial"/>
                          <a:sym typeface="Arial"/>
                        </a:rPr>
                        <a:t> Gao, </a:t>
                      </a:r>
                      <a:r>
                        <a:rPr lang="en-US" sz="1400" b="0" i="0" u="none" strike="noStrike" cap="none" dirty="0" err="1">
                          <a:solidFill>
                            <a:srgbClr val="000000"/>
                          </a:solidFill>
                          <a:effectLst/>
                          <a:latin typeface="Arial"/>
                          <a:ea typeface="Arial"/>
                          <a:cs typeface="Arial"/>
                          <a:sym typeface="Arial"/>
                        </a:rPr>
                        <a:t>Zhenxiang</a:t>
                      </a:r>
                      <a:r>
                        <a:rPr lang="en-US" sz="1400" b="0" i="0" u="none" strike="noStrike" cap="none" dirty="0">
                          <a:solidFill>
                            <a:srgbClr val="000000"/>
                          </a:solidFill>
                          <a:effectLst/>
                          <a:latin typeface="Arial"/>
                          <a:ea typeface="Arial"/>
                          <a:cs typeface="Arial"/>
                          <a:sym typeface="Arial"/>
                        </a:rPr>
                        <a:t> Yi, Yizhou Ye, Ming Qin and Qing-An Huang</a:t>
                      </a:r>
                      <a:endParaRPr sz="1400" b="1" dirty="0">
                        <a:solidFill>
                          <a:schemeClr val="tx1"/>
                        </a:solidFill>
                        <a:latin typeface="Times New Roman"/>
                        <a:ea typeface="Times New Roman"/>
                        <a:cs typeface="Times New Roman"/>
                        <a:sym typeface="Times New Roman"/>
                      </a:endParaRPr>
                    </a:p>
                  </a:txBody>
                  <a:tcPr marL="111750" marR="111750" marT="57575" marB="57575" anchor="ctr"/>
                </a:tc>
                <a:tc>
                  <a:txBody>
                    <a:bodyPr/>
                    <a:lstStyle/>
                    <a:p>
                      <a:pPr marL="342900" marR="0" lvl="0" indent="-196850" algn="l" rtl="0">
                        <a:spcBef>
                          <a:spcPts val="0"/>
                        </a:spcBef>
                        <a:spcAft>
                          <a:spcPts val="0"/>
                        </a:spcAft>
                        <a:buClr>
                          <a:schemeClr val="dk1"/>
                        </a:buClr>
                        <a:buSzPts val="2300"/>
                        <a:buFont typeface="Trebuchet MS"/>
                        <a:buNone/>
                      </a:pPr>
                      <a:r>
                        <a:rPr lang="en-US" b="0" dirty="0"/>
                        <a:t>Proposed a self-heated double Wheatstone bridge wind sensor using eight thermistors arranged orthogonally to measure 2D wind direction and speed without a central heater.</a:t>
                      </a:r>
                      <a:endParaRPr sz="1400" b="0" dirty="0">
                        <a:latin typeface="Times New Roman"/>
                        <a:ea typeface="Times New Roman"/>
                        <a:cs typeface="Times New Roman"/>
                        <a:sym typeface="Times New Roman"/>
                      </a:endParaRPr>
                    </a:p>
                  </a:txBody>
                  <a:tcPr marL="111750" marR="111750" marT="57575" marB="57575"/>
                </a:tc>
                <a:tc>
                  <a:txBody>
                    <a:bodyPr/>
                    <a:lstStyle/>
                    <a:p>
                      <a:pPr marL="0" marR="0" lvl="0" indent="0" algn="l" rtl="0">
                        <a:spcBef>
                          <a:spcPts val="0"/>
                        </a:spcBef>
                        <a:spcAft>
                          <a:spcPts val="0"/>
                        </a:spcAft>
                        <a:buClr>
                          <a:schemeClr val="dk1"/>
                        </a:buClr>
                        <a:buSzPts val="2300"/>
                        <a:buFont typeface="Arial"/>
                        <a:buNone/>
                      </a:pPr>
                      <a:r>
                        <a:rPr lang="en-US" dirty="0"/>
                        <a:t>Used </a:t>
                      </a:r>
                      <a:r>
                        <a:rPr lang="en-US" b="1" dirty="0"/>
                        <a:t>two orthogonal Wheatstone bridges</a:t>
                      </a:r>
                      <a:r>
                        <a:rPr lang="en-US" dirty="0"/>
                        <a:t>, each formed by four thermistors, where </a:t>
                      </a:r>
                      <a:r>
                        <a:rPr lang="en-US" b="1" dirty="0"/>
                        <a:t>self-heating</a:t>
                      </a:r>
                      <a:r>
                        <a:rPr lang="en-US" dirty="0"/>
                        <a:t> of the thermistors eliminates the need for an external heating element.</a:t>
                      </a:r>
                      <a:endParaRPr sz="1400" dirty="0">
                        <a:latin typeface="Times New Roman"/>
                        <a:ea typeface="Times New Roman"/>
                        <a:cs typeface="Times New Roman"/>
                        <a:sym typeface="Times New Roman"/>
                      </a:endParaRPr>
                    </a:p>
                  </a:txBody>
                  <a:tcPr marL="111750" marR="111750" marT="57575" marB="57575"/>
                </a:tc>
                <a:tc>
                  <a:txBody>
                    <a:bodyPr/>
                    <a:lstStyle/>
                    <a:p>
                      <a:pPr marL="0" marR="0" lvl="0" indent="0" algn="l" rtl="0">
                        <a:spcBef>
                          <a:spcPts val="0"/>
                        </a:spcBef>
                        <a:spcAft>
                          <a:spcPts val="0"/>
                        </a:spcAft>
                        <a:buClr>
                          <a:schemeClr val="dk1"/>
                        </a:buClr>
                        <a:buSzPts val="1600"/>
                        <a:buFont typeface="Trebuchet MS"/>
                        <a:buNone/>
                      </a:pPr>
                      <a:r>
                        <a:rPr lang="en-US" dirty="0"/>
                        <a:t>The design may face </a:t>
                      </a:r>
                      <a:r>
                        <a:rPr lang="en-US" b="1" dirty="0"/>
                        <a:t>temperature drift issues</a:t>
                      </a:r>
                      <a:r>
                        <a:rPr lang="en-US" dirty="0"/>
                        <a:t> and </a:t>
                      </a:r>
                      <a:r>
                        <a:rPr lang="en-US" b="1" dirty="0"/>
                        <a:t>sensitivity limitations</a:t>
                      </a:r>
                      <a:r>
                        <a:rPr lang="en-US" dirty="0"/>
                        <a:t> under varying environmental conditions.</a:t>
                      </a:r>
                      <a:endParaRPr sz="1400" dirty="0">
                        <a:solidFill>
                          <a:schemeClr val="dk1"/>
                        </a:solidFill>
                        <a:latin typeface="Times New Roman"/>
                        <a:ea typeface="Times New Roman"/>
                        <a:cs typeface="Times New Roman"/>
                        <a:sym typeface="Times New Roman"/>
                      </a:endParaRPr>
                    </a:p>
                  </a:txBody>
                  <a:tcPr marL="111750" marR="111750" marT="57575" marB="57575"/>
                </a:tc>
                <a:extLst>
                  <a:ext uri="{0D108BD9-81ED-4DB2-BD59-A6C34878D82A}">
                    <a16:rowId xmlns:a16="http://schemas.microsoft.com/office/drawing/2014/main" val="10002"/>
                  </a:ext>
                </a:extLst>
              </a:tr>
            </a:tbl>
          </a:graphicData>
        </a:graphic>
      </p:graphicFrame>
      <p:sp>
        <p:nvSpPr>
          <p:cNvPr id="143" name="Google Shape;143;p18"/>
          <p:cNvSpPr txBox="1"/>
          <p:nvPr/>
        </p:nvSpPr>
        <p:spPr>
          <a:xfrm>
            <a:off x="502920" y="46722"/>
            <a:ext cx="7040880" cy="1010818"/>
          </a:xfrm>
          <a:prstGeom prst="rect">
            <a:avLst/>
          </a:prstGeom>
          <a:noFill/>
          <a:ln>
            <a:noFill/>
          </a:ln>
        </p:spPr>
        <p:txBody>
          <a:bodyPr spcFirstLastPara="1" wrap="square" lIns="101875" tIns="50925" rIns="101875" bIns="50925" anchor="t" anchorCtr="0">
            <a:spAutoFit/>
          </a:bodyPr>
          <a:lstStyle/>
          <a:p>
            <a:pPr marL="0" marR="0" lvl="0" indent="0" algn="l" rtl="0">
              <a:lnSpc>
                <a:spcPct val="100000"/>
              </a:lnSpc>
              <a:spcBef>
                <a:spcPts val="0"/>
              </a:spcBef>
              <a:spcAft>
                <a:spcPts val="0"/>
              </a:spcAft>
              <a:buNone/>
            </a:pPr>
            <a:r>
              <a:rPr lang="en-US" sz="4500" b="1" i="0" u="none" strike="noStrike" cap="none" dirty="0">
                <a:solidFill>
                  <a:schemeClr val="dk1"/>
                </a:solidFill>
                <a:latin typeface="Times New Roman"/>
                <a:ea typeface="Times New Roman"/>
                <a:cs typeface="Times New Roman"/>
                <a:sym typeface="Times New Roman"/>
              </a:rPr>
              <a:t>Literature Review:</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2" name="Google Shape;127;p16">
            <a:extLst>
              <a:ext uri="{FF2B5EF4-FFF2-40B4-BE49-F238E27FC236}">
                <a16:creationId xmlns:a16="http://schemas.microsoft.com/office/drawing/2014/main" id="{A34D897E-7672-B5E9-5CE0-FE037EEBB666}"/>
              </a:ext>
            </a:extLst>
          </p:cNvPr>
          <p:cNvSpPr txBox="1">
            <a:spLocks noGrp="1"/>
          </p:cNvSpPr>
          <p:nvPr>
            <p:ph type="ftr" idx="11"/>
          </p:nvPr>
        </p:nvSpPr>
        <p:spPr>
          <a:xfrm>
            <a:off x="393084" y="7207375"/>
            <a:ext cx="2723495" cy="184666"/>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Automation in MPU Sensor Testing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9"/>
          <p:cNvSpPr txBox="1">
            <a:spLocks noGrp="1"/>
          </p:cNvSpPr>
          <p:nvPr>
            <p:ph type="title"/>
          </p:nvPr>
        </p:nvSpPr>
        <p:spPr>
          <a:xfrm>
            <a:off x="412759" y="535316"/>
            <a:ext cx="9385944" cy="836284"/>
          </a:xfrm>
          <a:prstGeom prst="rect">
            <a:avLst/>
          </a:prstGeom>
          <a:noFill/>
          <a:ln>
            <a:noFill/>
          </a:ln>
        </p:spPr>
        <p:txBody>
          <a:bodyPr spcFirstLastPara="1" wrap="square" lIns="101875" tIns="50925" rIns="101875" bIns="50925" anchor="t" anchorCtr="0">
            <a:normAutofit fontScale="90000"/>
          </a:bodyPr>
          <a:lstStyle/>
          <a:p>
            <a:pPr marL="0" lvl="0" indent="0" algn="l" rtl="0">
              <a:spcBef>
                <a:spcPts val="0"/>
              </a:spcBef>
              <a:spcAft>
                <a:spcPts val="0"/>
              </a:spcAft>
              <a:buSzPct val="128000"/>
              <a:buNone/>
            </a:pPr>
            <a:r>
              <a:rPr lang="en-US" sz="4900" b="1" dirty="0">
                <a:solidFill>
                  <a:schemeClr val="dk1"/>
                </a:solidFill>
                <a:latin typeface="Times New Roman"/>
                <a:ea typeface="Times New Roman"/>
                <a:cs typeface="Times New Roman"/>
                <a:sym typeface="Times New Roman"/>
              </a:rPr>
              <a:t>Summary of Literature Survey </a:t>
            </a:r>
            <a:br>
              <a:rPr lang="en-US" sz="2200" b="1" dirty="0">
                <a:solidFill>
                  <a:srgbClr val="0B769C"/>
                </a:solidFill>
                <a:latin typeface="Times New Roman"/>
                <a:ea typeface="Times New Roman"/>
                <a:cs typeface="Times New Roman"/>
                <a:sym typeface="Times New Roman"/>
              </a:rPr>
            </a:br>
            <a:endParaRPr dirty="0"/>
          </a:p>
        </p:txBody>
      </p:sp>
      <p:sp>
        <p:nvSpPr>
          <p:cNvPr id="154" name="Google Shape;154;p19"/>
          <p:cNvSpPr txBox="1">
            <a:spLocks noGrp="1"/>
          </p:cNvSpPr>
          <p:nvPr>
            <p:ph type="sldNum" idx="12"/>
          </p:nvPr>
        </p:nvSpPr>
        <p:spPr>
          <a:xfrm>
            <a:off x="4191000" y="6995161"/>
            <a:ext cx="2011680" cy="413808"/>
          </a:xfrm>
          <a:prstGeom prst="rect">
            <a:avLst/>
          </a:prstGeom>
          <a:noFill/>
          <a:ln>
            <a:noFill/>
          </a:ln>
        </p:spPr>
        <p:txBody>
          <a:bodyPr spcFirstLastPara="1" wrap="square" lIns="101875" tIns="50925" rIns="101875" bIns="50925" anchor="ctr" anchorCtr="0">
            <a:noAutofit/>
          </a:bodyPr>
          <a:lstStyle/>
          <a:p>
            <a:pPr marL="0" lvl="0" indent="0" algn="r" rtl="0">
              <a:lnSpc>
                <a:spcPct val="100000"/>
              </a:lnSpc>
              <a:spcBef>
                <a:spcPts val="0"/>
              </a:spcBef>
              <a:spcAft>
                <a:spcPts val="0"/>
              </a:spcAft>
              <a:buSzPts val="1300"/>
              <a:buNone/>
            </a:pPr>
            <a:fld id="{00000000-1234-1234-1234-123412341234}" type="slidenum">
              <a:rPr lang="en-US"/>
              <a:t>6</a:t>
            </a:fld>
            <a:endParaRPr sz="1800">
              <a:latin typeface="Calibri"/>
              <a:ea typeface="Calibri"/>
              <a:cs typeface="Calibri"/>
              <a:sym typeface="Calibri"/>
            </a:endParaRPr>
          </a:p>
        </p:txBody>
      </p:sp>
      <p:sp>
        <p:nvSpPr>
          <p:cNvPr id="2" name="TextBox 1">
            <a:extLst>
              <a:ext uri="{FF2B5EF4-FFF2-40B4-BE49-F238E27FC236}">
                <a16:creationId xmlns:a16="http://schemas.microsoft.com/office/drawing/2014/main" id="{9D8C91E4-11FB-16B7-AC5D-5A2BBB319ADF}"/>
              </a:ext>
            </a:extLst>
          </p:cNvPr>
          <p:cNvSpPr txBox="1"/>
          <p:nvPr/>
        </p:nvSpPr>
        <p:spPr>
          <a:xfrm>
            <a:off x="655982" y="2014008"/>
            <a:ext cx="8899497" cy="4708981"/>
          </a:xfrm>
          <a:prstGeom prst="rect">
            <a:avLst/>
          </a:prstGeom>
          <a:noFill/>
        </p:spPr>
        <p:txBody>
          <a:bodyPr wrap="square" rtlCol="0">
            <a:spAutoFit/>
          </a:bodyPr>
          <a:lstStyle/>
          <a:p>
            <a:pPr marL="342900" indent="-342900">
              <a:buFont typeface="Arial" panose="020B0604020202020204" pitchFamily="34" charset="0"/>
              <a:buChar char="•"/>
            </a:pPr>
            <a:r>
              <a:rPr lang="en-US" sz="2000" dirty="0"/>
              <a:t>The reviewed literature reveals several gaps and limitations across various studies. For the MPU sensor testing, the system requires controlled lab environments and lacks automation for large-scale testing. The 2D wind sensor design doesn't fully address temperature drift and environmental sensitivity issues. The TMR magnetic sensor benefits from simplified fabrication but needs cost-efficiency optimization and further exploration into environmental stability. The high DC voltage divider study lacks real-world validation and in-depth analysis of long-term stability. While the adaptive power transistor driver test chip shows promise, its real-world performance and integration challenges with large-scale power supplies remain unexplored. Lastly, the smart mosque display system fails to consider its scalability and integration with existing mosque technologies. These gaps highlight the need for further development, particularly in terms of real-world applicability, scalability, and long-term performance.</a:t>
            </a:r>
            <a:endParaRPr lang="en-IN" sz="2000" dirty="0"/>
          </a:p>
        </p:txBody>
      </p:sp>
      <p:sp>
        <p:nvSpPr>
          <p:cNvPr id="3" name="Google Shape;127;p16">
            <a:extLst>
              <a:ext uri="{FF2B5EF4-FFF2-40B4-BE49-F238E27FC236}">
                <a16:creationId xmlns:a16="http://schemas.microsoft.com/office/drawing/2014/main" id="{02DD03C0-F999-B3F7-355E-641766DE80F9}"/>
              </a:ext>
            </a:extLst>
          </p:cNvPr>
          <p:cNvSpPr txBox="1">
            <a:spLocks noGrp="1"/>
          </p:cNvSpPr>
          <p:nvPr>
            <p:ph type="ftr" idx="11"/>
          </p:nvPr>
        </p:nvSpPr>
        <p:spPr>
          <a:xfrm>
            <a:off x="393084" y="7207375"/>
            <a:ext cx="2723495" cy="184666"/>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Automation in MPU Sensor Testing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0"/>
          <p:cNvSpPr txBox="1">
            <a:spLocks noGrp="1"/>
          </p:cNvSpPr>
          <p:nvPr>
            <p:ph type="title"/>
          </p:nvPr>
        </p:nvSpPr>
        <p:spPr>
          <a:xfrm>
            <a:off x="381738" y="586367"/>
            <a:ext cx="7163762" cy="1295400"/>
          </a:xfrm>
          <a:prstGeom prst="rect">
            <a:avLst/>
          </a:prstGeom>
          <a:noFill/>
          <a:ln>
            <a:noFill/>
          </a:ln>
        </p:spPr>
        <p:txBody>
          <a:bodyPr spcFirstLastPara="1" wrap="square" lIns="101875" tIns="50925" rIns="101875" bIns="50925" anchor="t" anchorCtr="0">
            <a:normAutofit/>
          </a:bodyPr>
          <a:lstStyle/>
          <a:p>
            <a:pPr marL="0" lvl="0" indent="0" algn="l" rtl="0">
              <a:spcBef>
                <a:spcPts val="0"/>
              </a:spcBef>
              <a:spcAft>
                <a:spcPts val="0"/>
              </a:spcAft>
              <a:buSzPts val="5760"/>
              <a:buNone/>
            </a:pPr>
            <a:r>
              <a:rPr lang="en-US" sz="4500" b="1" dirty="0">
                <a:solidFill>
                  <a:schemeClr val="dk1"/>
                </a:solidFill>
                <a:latin typeface="Times New Roman"/>
                <a:ea typeface="Times New Roman"/>
                <a:cs typeface="Times New Roman"/>
                <a:sym typeface="Times New Roman"/>
              </a:rPr>
              <a:t>Market Survey:</a:t>
            </a:r>
            <a:endParaRPr sz="4500" b="1" dirty="0">
              <a:solidFill>
                <a:schemeClr val="dk1"/>
              </a:solidFill>
              <a:latin typeface="Times New Roman"/>
              <a:ea typeface="Times New Roman"/>
              <a:cs typeface="Times New Roman"/>
              <a:sym typeface="Times New Roman"/>
            </a:endParaRPr>
          </a:p>
        </p:txBody>
      </p:sp>
      <p:sp>
        <p:nvSpPr>
          <p:cNvPr id="4" name="Rectangle 2">
            <a:extLst>
              <a:ext uri="{FF2B5EF4-FFF2-40B4-BE49-F238E27FC236}">
                <a16:creationId xmlns:a16="http://schemas.microsoft.com/office/drawing/2014/main" id="{42DC2258-78F0-E927-F8C6-3B5204C09AD1}"/>
              </a:ext>
            </a:extLst>
          </p:cNvPr>
          <p:cNvSpPr>
            <a:spLocks noChangeArrowheads="1"/>
          </p:cNvSpPr>
          <p:nvPr/>
        </p:nvSpPr>
        <p:spPr bwMode="auto">
          <a:xfrm>
            <a:off x="560642" y="2121867"/>
            <a:ext cx="8066523"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sz="2200" dirty="0"/>
              <a:t> The </a:t>
            </a:r>
            <a:r>
              <a:rPr lang="en-US" sz="2200" b="1" dirty="0"/>
              <a:t>Automation in MPU Sensor Testing</a:t>
            </a:r>
            <a:r>
              <a:rPr lang="en-US" sz="2200" dirty="0"/>
              <a:t> project addresses the limitations of manual testing, which is prone to human errors and inconsistencies. By automating the testing process, it ensures more accurate, reliable, and faster results, reducing labor costs. This automation is crucial for industries like automotive, manufacturing, and robotics, where precise sensor performance is essential. As Industry 4.0 and IoT-driven systems grow, automated testing will become standard, enhancing efficiency and expanding market opportunities.</a:t>
            </a:r>
            <a:endParaRPr kumimoji="0" lang="en-US" altLang="en-US" sz="2200" b="0" i="0" u="none" strike="noStrike" cap="none" normalizeH="0" baseline="0" dirty="0">
              <a:ln>
                <a:noFill/>
              </a:ln>
              <a:solidFill>
                <a:schemeClr val="tx1"/>
              </a:solidFill>
              <a:effectLst/>
              <a:latin typeface="Arial" panose="020B0604020202020204" pitchFamily="34" charset="0"/>
            </a:endParaRPr>
          </a:p>
        </p:txBody>
      </p:sp>
      <p:sp>
        <p:nvSpPr>
          <p:cNvPr id="5" name="Google Shape;127;p16">
            <a:extLst>
              <a:ext uri="{FF2B5EF4-FFF2-40B4-BE49-F238E27FC236}">
                <a16:creationId xmlns:a16="http://schemas.microsoft.com/office/drawing/2014/main" id="{2671E076-7B4F-652A-925F-6F6F9BA3DC53}"/>
              </a:ext>
            </a:extLst>
          </p:cNvPr>
          <p:cNvSpPr txBox="1">
            <a:spLocks noGrp="1"/>
          </p:cNvSpPr>
          <p:nvPr>
            <p:ph type="ftr" idx="11"/>
          </p:nvPr>
        </p:nvSpPr>
        <p:spPr>
          <a:xfrm>
            <a:off x="393084" y="7207375"/>
            <a:ext cx="2723495" cy="184666"/>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Automation in MPU Sensor Testing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1"/>
          <p:cNvSpPr txBox="1">
            <a:spLocks noGrp="1"/>
          </p:cNvSpPr>
          <p:nvPr>
            <p:ph type="title"/>
          </p:nvPr>
        </p:nvSpPr>
        <p:spPr>
          <a:xfrm>
            <a:off x="465772" y="359093"/>
            <a:ext cx="8247888" cy="1295400"/>
          </a:xfrm>
          <a:prstGeom prst="rect">
            <a:avLst/>
          </a:prstGeom>
          <a:noFill/>
          <a:ln>
            <a:noFill/>
          </a:ln>
        </p:spPr>
        <p:txBody>
          <a:bodyPr spcFirstLastPara="1" wrap="square" lIns="101875" tIns="50925" rIns="101875" bIns="50925" anchor="t" anchorCtr="0">
            <a:normAutofit/>
          </a:bodyPr>
          <a:lstStyle/>
          <a:p>
            <a:pPr marL="0" lvl="0" indent="0" algn="l" rtl="0">
              <a:spcBef>
                <a:spcPts val="0"/>
              </a:spcBef>
              <a:spcAft>
                <a:spcPts val="0"/>
              </a:spcAft>
              <a:buSzPts val="5760"/>
              <a:buNone/>
            </a:pPr>
            <a:r>
              <a:rPr lang="en-US" sz="4500" b="1" dirty="0">
                <a:solidFill>
                  <a:schemeClr val="dk1"/>
                </a:solidFill>
                <a:latin typeface="Times New Roman"/>
                <a:ea typeface="Times New Roman"/>
                <a:cs typeface="Times New Roman"/>
                <a:sym typeface="Times New Roman"/>
              </a:rPr>
              <a:t>Component Survey:</a:t>
            </a:r>
            <a:endParaRPr sz="4500" b="1" dirty="0">
              <a:solidFill>
                <a:schemeClr val="dk1"/>
              </a:solidFill>
              <a:latin typeface="Times New Roman"/>
              <a:ea typeface="Times New Roman"/>
              <a:cs typeface="Times New Roman"/>
              <a:sym typeface="Times New Roman"/>
            </a:endParaRPr>
          </a:p>
        </p:txBody>
      </p:sp>
      <p:sp>
        <p:nvSpPr>
          <p:cNvPr id="168" name="Google Shape;168;p21"/>
          <p:cNvSpPr txBox="1">
            <a:spLocks noGrp="1"/>
          </p:cNvSpPr>
          <p:nvPr>
            <p:ph type="dt" idx="10"/>
          </p:nvPr>
        </p:nvSpPr>
        <p:spPr>
          <a:xfrm>
            <a:off x="6789420" y="6995161"/>
            <a:ext cx="2766060" cy="413808"/>
          </a:xfrm>
          <a:prstGeom prst="rect">
            <a:avLst/>
          </a:prstGeom>
          <a:noFill/>
          <a:ln>
            <a:noFill/>
          </a:ln>
        </p:spPr>
        <p:txBody>
          <a:bodyPr spcFirstLastPara="1" wrap="square" lIns="101875" tIns="50925" rIns="101875" bIns="50925" anchor="ctr" anchorCtr="0">
            <a:noAutofit/>
          </a:bodyPr>
          <a:lstStyle/>
          <a:p>
            <a:pPr marL="0" lvl="0" indent="0" algn="r" rtl="0">
              <a:lnSpc>
                <a:spcPct val="100000"/>
              </a:lnSpc>
              <a:spcBef>
                <a:spcPts val="0"/>
              </a:spcBef>
              <a:spcAft>
                <a:spcPts val="0"/>
              </a:spcAft>
              <a:buNone/>
            </a:pPr>
            <a:r>
              <a:rPr lang="en-US"/>
              <a:t>3/24/2025</a:t>
            </a:r>
            <a:endParaRPr/>
          </a:p>
        </p:txBody>
      </p:sp>
      <p:sp>
        <p:nvSpPr>
          <p:cNvPr id="170" name="Google Shape;170;p21"/>
          <p:cNvSpPr txBox="1">
            <a:spLocks noGrp="1"/>
          </p:cNvSpPr>
          <p:nvPr>
            <p:ph type="sldNum" idx="12"/>
          </p:nvPr>
        </p:nvSpPr>
        <p:spPr>
          <a:xfrm>
            <a:off x="4191000" y="6995161"/>
            <a:ext cx="2011680" cy="413808"/>
          </a:xfrm>
          <a:prstGeom prst="rect">
            <a:avLst/>
          </a:prstGeom>
          <a:noFill/>
          <a:ln>
            <a:noFill/>
          </a:ln>
        </p:spPr>
        <p:txBody>
          <a:bodyPr spcFirstLastPara="1" wrap="square" lIns="101875" tIns="50925" rIns="101875" bIns="50925" anchor="ctr" anchorCtr="0">
            <a:noAutofit/>
          </a:bodyPr>
          <a:lstStyle/>
          <a:p>
            <a:pPr marL="0" lvl="0" indent="0" algn="r" rtl="0">
              <a:lnSpc>
                <a:spcPct val="100000"/>
              </a:lnSpc>
              <a:spcBef>
                <a:spcPts val="0"/>
              </a:spcBef>
              <a:spcAft>
                <a:spcPts val="0"/>
              </a:spcAft>
              <a:buSzPts val="1300"/>
              <a:buNone/>
            </a:pPr>
            <a:fld id="{00000000-1234-1234-1234-123412341234}" type="slidenum">
              <a:rPr lang="en-US"/>
              <a:t>8</a:t>
            </a:fld>
            <a:endParaRPr sz="1800">
              <a:latin typeface="Calibri"/>
              <a:ea typeface="Calibri"/>
              <a:cs typeface="Calibri"/>
              <a:sym typeface="Calibri"/>
            </a:endParaRPr>
          </a:p>
        </p:txBody>
      </p:sp>
      <p:sp>
        <p:nvSpPr>
          <p:cNvPr id="4" name="Rectangle 2">
            <a:extLst>
              <a:ext uri="{FF2B5EF4-FFF2-40B4-BE49-F238E27FC236}">
                <a16:creationId xmlns:a16="http://schemas.microsoft.com/office/drawing/2014/main" id="{1C04D25D-A8B3-7CDF-3458-8057287920C1}"/>
              </a:ext>
            </a:extLst>
          </p:cNvPr>
          <p:cNvSpPr>
            <a:spLocks noChangeArrowheads="1"/>
          </p:cNvSpPr>
          <p:nvPr/>
        </p:nvSpPr>
        <p:spPr bwMode="auto">
          <a:xfrm>
            <a:off x="703477" y="1224351"/>
            <a:ext cx="7468973"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Magnetic Pickup Sensors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a:ln>
                  <a:noFill/>
                </a:ln>
                <a:solidFill>
                  <a:schemeClr val="tx1"/>
                </a:solidFill>
                <a:effectLst/>
                <a:latin typeface="Arial" panose="020B0604020202020204" pitchFamily="34" charset="0"/>
              </a:rPr>
              <a:t>Widely used in automotive and industrial applications for 	speed and position sensing. Available from brands like 	Honeywell, Denso, and Siemens. Prices range from ₹200 to 	₹1000+ depending on specs.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ADS1115 ADC Module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a:ln>
                  <a:noFill/>
                </a:ln>
                <a:solidFill>
                  <a:schemeClr val="tx1"/>
                </a:solidFill>
                <a:effectLst/>
                <a:latin typeface="Arial" panose="020B0604020202020204" pitchFamily="34" charset="0"/>
              </a:rPr>
              <a:t>Popular for precision analog-to-digital conversion in hobby and 	industrial projects. Available from Adafruit, </a:t>
            </a:r>
            <a:r>
              <a:rPr kumimoji="0" lang="en-US" altLang="en-US" sz="1800" i="0" u="none" strike="noStrike" cap="none" normalizeH="0" baseline="0" dirty="0" err="1">
                <a:ln>
                  <a:noFill/>
                </a:ln>
                <a:solidFill>
                  <a:schemeClr val="tx1"/>
                </a:solidFill>
                <a:effectLst/>
                <a:latin typeface="Arial" panose="020B0604020202020204" pitchFamily="34" charset="0"/>
              </a:rPr>
              <a:t>Waveshare</a:t>
            </a:r>
            <a:r>
              <a:rPr kumimoji="0" lang="en-US" altLang="en-US" sz="1800" i="0" u="none" strike="noStrike" cap="none" normalizeH="0" baseline="0" dirty="0">
                <a:ln>
                  <a:noFill/>
                </a:ln>
                <a:solidFill>
                  <a:schemeClr val="tx1"/>
                </a:solidFill>
                <a:effectLst/>
                <a:latin typeface="Arial" panose="020B0604020202020204" pitchFamily="34" charset="0"/>
              </a:rPr>
              <a:t>, etc. 	Average cost: ₹150–₹300.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Arduino Nano</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a:ln>
                  <a:noFill/>
                </a:ln>
                <a:solidFill>
                  <a:schemeClr val="tx1"/>
                </a:solidFill>
                <a:effectLst/>
                <a:latin typeface="Arial" panose="020B0604020202020204" pitchFamily="34" charset="0"/>
              </a:rPr>
              <a:t>Low-cost microcontroller ideal for compact embedded 	systems. Compatible clones start at ₹250, while originals are 	priced around ₹1200.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Raspberry Pi (e.g., Pi 4 Model B)</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a:ln>
                  <a:noFill/>
                </a:ln>
                <a:solidFill>
                  <a:schemeClr val="tx1"/>
                </a:solidFill>
                <a:effectLst/>
                <a:latin typeface="Arial" panose="020B0604020202020204" pitchFamily="34" charset="0"/>
              </a:rPr>
              <a:t>Used for data processing, GUI control, and IoT integration. In 	high demand due to versatility. Prices vary from ₹3500 to 	₹7000+ based on model and specs.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Touch Screen Display (LCD - 3.5” to 7”)</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a:ln>
                  <a:noFill/>
                </a:ln>
                <a:solidFill>
                  <a:schemeClr val="tx1"/>
                </a:solidFill>
                <a:effectLst/>
                <a:latin typeface="Arial" panose="020B0604020202020204" pitchFamily="34" charset="0"/>
              </a:rPr>
              <a:t>Used for real-time GUI interfaces. Common in DIY and 	industrial systems. Price ranges from ₹800 to ₹3000, 	depending on size and resolution.</a:t>
            </a:r>
          </a:p>
        </p:txBody>
      </p:sp>
      <p:sp>
        <p:nvSpPr>
          <p:cNvPr id="5" name="Google Shape;127;p16">
            <a:extLst>
              <a:ext uri="{FF2B5EF4-FFF2-40B4-BE49-F238E27FC236}">
                <a16:creationId xmlns:a16="http://schemas.microsoft.com/office/drawing/2014/main" id="{213F305F-CAC4-A06F-2B8E-34B764906FB7}"/>
              </a:ext>
            </a:extLst>
          </p:cNvPr>
          <p:cNvSpPr txBox="1">
            <a:spLocks noGrp="1"/>
          </p:cNvSpPr>
          <p:nvPr>
            <p:ph type="ftr" idx="11"/>
          </p:nvPr>
        </p:nvSpPr>
        <p:spPr>
          <a:xfrm>
            <a:off x="393084" y="7207375"/>
            <a:ext cx="2723495" cy="184666"/>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Automation in MPU Sensor Testing</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2"/>
          <p:cNvSpPr txBox="1">
            <a:spLocks noGrp="1"/>
          </p:cNvSpPr>
          <p:nvPr>
            <p:ph type="title"/>
          </p:nvPr>
        </p:nvSpPr>
        <p:spPr>
          <a:xfrm>
            <a:off x="502920" y="724704"/>
            <a:ext cx="9052560" cy="974979"/>
          </a:xfrm>
          <a:prstGeom prst="rect">
            <a:avLst/>
          </a:prstGeom>
          <a:noFill/>
          <a:ln>
            <a:noFill/>
          </a:ln>
        </p:spPr>
        <p:txBody>
          <a:bodyPr spcFirstLastPara="1" wrap="square" lIns="101875" tIns="50925" rIns="101875" bIns="50925" anchor="t" anchorCtr="0">
            <a:normAutofit/>
          </a:bodyPr>
          <a:lstStyle/>
          <a:p>
            <a:pPr marL="0" lvl="0" indent="0" algn="l" rtl="0">
              <a:spcBef>
                <a:spcPts val="0"/>
              </a:spcBef>
              <a:spcAft>
                <a:spcPts val="0"/>
              </a:spcAft>
              <a:buSzPts val="5760"/>
              <a:buNone/>
            </a:pPr>
            <a:r>
              <a:rPr lang="en-US" sz="4500" b="1" dirty="0">
                <a:solidFill>
                  <a:schemeClr val="dk1"/>
                </a:solidFill>
                <a:latin typeface="Times New Roman"/>
                <a:ea typeface="Times New Roman"/>
                <a:cs typeface="Times New Roman"/>
                <a:sym typeface="Times New Roman"/>
              </a:rPr>
              <a:t>Overall Summary:</a:t>
            </a:r>
            <a:endParaRPr sz="4500" b="1" dirty="0">
              <a:solidFill>
                <a:schemeClr val="dk1"/>
              </a:solidFill>
              <a:latin typeface="Times New Roman"/>
              <a:ea typeface="Times New Roman"/>
              <a:cs typeface="Times New Roman"/>
              <a:sym typeface="Times New Roman"/>
            </a:endParaRPr>
          </a:p>
        </p:txBody>
      </p:sp>
      <p:sp>
        <p:nvSpPr>
          <p:cNvPr id="176" name="Google Shape;176;p22"/>
          <p:cNvSpPr txBox="1">
            <a:spLocks noGrp="1"/>
          </p:cNvSpPr>
          <p:nvPr>
            <p:ph type="dt" idx="10"/>
          </p:nvPr>
        </p:nvSpPr>
        <p:spPr>
          <a:xfrm>
            <a:off x="6789420" y="6995161"/>
            <a:ext cx="2766060" cy="413808"/>
          </a:xfrm>
          <a:prstGeom prst="rect">
            <a:avLst/>
          </a:prstGeom>
          <a:noFill/>
          <a:ln>
            <a:noFill/>
          </a:ln>
        </p:spPr>
        <p:txBody>
          <a:bodyPr spcFirstLastPara="1" wrap="square" lIns="101875" tIns="50925" rIns="101875" bIns="50925" anchor="ctr" anchorCtr="0">
            <a:noAutofit/>
          </a:bodyPr>
          <a:lstStyle/>
          <a:p>
            <a:pPr marL="0" lvl="0" indent="0" algn="r" rtl="0">
              <a:lnSpc>
                <a:spcPct val="100000"/>
              </a:lnSpc>
              <a:spcBef>
                <a:spcPts val="0"/>
              </a:spcBef>
              <a:spcAft>
                <a:spcPts val="0"/>
              </a:spcAft>
              <a:buNone/>
            </a:pPr>
            <a:r>
              <a:rPr lang="en-US"/>
              <a:t>3/24/2025</a:t>
            </a:r>
            <a:endParaRPr/>
          </a:p>
        </p:txBody>
      </p:sp>
      <p:sp>
        <p:nvSpPr>
          <p:cNvPr id="178" name="Google Shape;178;p22"/>
          <p:cNvSpPr txBox="1">
            <a:spLocks noGrp="1"/>
          </p:cNvSpPr>
          <p:nvPr>
            <p:ph type="sldNum" idx="12"/>
          </p:nvPr>
        </p:nvSpPr>
        <p:spPr>
          <a:xfrm>
            <a:off x="4191000" y="6995161"/>
            <a:ext cx="2011680" cy="413808"/>
          </a:xfrm>
          <a:prstGeom prst="rect">
            <a:avLst/>
          </a:prstGeom>
          <a:noFill/>
          <a:ln>
            <a:noFill/>
          </a:ln>
        </p:spPr>
        <p:txBody>
          <a:bodyPr spcFirstLastPara="1" wrap="square" lIns="101875" tIns="50925" rIns="101875" bIns="50925" anchor="ctr" anchorCtr="0">
            <a:noAutofit/>
          </a:bodyPr>
          <a:lstStyle/>
          <a:p>
            <a:pPr marL="0" lvl="0" indent="0" algn="r" rtl="0">
              <a:lnSpc>
                <a:spcPct val="100000"/>
              </a:lnSpc>
              <a:spcBef>
                <a:spcPts val="0"/>
              </a:spcBef>
              <a:spcAft>
                <a:spcPts val="0"/>
              </a:spcAft>
              <a:buSzPts val="1300"/>
              <a:buNone/>
            </a:pPr>
            <a:fld id="{00000000-1234-1234-1234-123412341234}" type="slidenum">
              <a:rPr lang="en-US"/>
              <a:t>9</a:t>
            </a:fld>
            <a:endParaRPr sz="1800">
              <a:latin typeface="Calibri"/>
              <a:ea typeface="Calibri"/>
              <a:cs typeface="Calibri"/>
              <a:sym typeface="Calibri"/>
            </a:endParaRPr>
          </a:p>
        </p:txBody>
      </p:sp>
      <p:sp>
        <p:nvSpPr>
          <p:cNvPr id="2" name="Rectangle 2">
            <a:extLst>
              <a:ext uri="{FF2B5EF4-FFF2-40B4-BE49-F238E27FC236}">
                <a16:creationId xmlns:a16="http://schemas.microsoft.com/office/drawing/2014/main" id="{D330FC75-E814-9FAC-3FFB-5F489736CF45}"/>
              </a:ext>
            </a:extLst>
          </p:cNvPr>
          <p:cNvSpPr>
            <a:spLocks noChangeArrowheads="1"/>
          </p:cNvSpPr>
          <p:nvPr/>
        </p:nvSpPr>
        <p:spPr bwMode="auto">
          <a:xfrm>
            <a:off x="773051" y="1878282"/>
            <a:ext cx="8782429"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lang="en-US" sz="2200" dirty="0"/>
              <a:t>The automation of MPU sensor testing streamlines the traditionally manual and error-prone process of evaluating electrical parameters such as voltage, resistance, and frequency. By integrating components like magnetic pickup sensors, ADS1115 ADC, Arduino Nano, Raspberry Pi, and a touchscreen display, the system enables precise, real-time data acquisition, processing, and user-friendly interaction. This automated setup improves </a:t>
            </a:r>
            <a:r>
              <a:rPr lang="en-US" sz="2200" b="1" dirty="0"/>
              <a:t>accuracy</a:t>
            </a:r>
            <a:r>
              <a:rPr lang="en-US" sz="2200" dirty="0"/>
              <a:t>, </a:t>
            </a:r>
            <a:r>
              <a:rPr lang="en-US" sz="2200" b="1" dirty="0"/>
              <a:t>efficiency</a:t>
            </a:r>
            <a:r>
              <a:rPr lang="en-US" sz="2200" dirty="0"/>
              <a:t>, and </a:t>
            </a:r>
            <a:r>
              <a:rPr lang="en-US" sz="2200" b="1" dirty="0"/>
              <a:t>repeatability</a:t>
            </a:r>
            <a:r>
              <a:rPr lang="en-US" sz="2200" dirty="0"/>
              <a:t>, making it suitable for both lab-scale research and potential industrial applications. The solution reduces human intervention, supports data logging, and enables scalable testing workflows — marking a significant step forward in sensor diagnostics and smart testing systems.</a:t>
            </a:r>
            <a:endParaRPr kumimoji="0" lang="en-US" altLang="en-US" sz="2200" i="0" u="none" strike="noStrike" cap="none" normalizeH="0" baseline="0" dirty="0">
              <a:ln>
                <a:noFill/>
              </a:ln>
              <a:solidFill>
                <a:schemeClr val="tx1"/>
              </a:solidFill>
              <a:effectLst/>
              <a:latin typeface="Arial" panose="020B0604020202020204" pitchFamily="34" charset="0"/>
            </a:endParaRPr>
          </a:p>
        </p:txBody>
      </p:sp>
      <p:sp>
        <p:nvSpPr>
          <p:cNvPr id="4" name="Google Shape;127;p16">
            <a:extLst>
              <a:ext uri="{FF2B5EF4-FFF2-40B4-BE49-F238E27FC236}">
                <a16:creationId xmlns:a16="http://schemas.microsoft.com/office/drawing/2014/main" id="{EB625729-F97F-346B-AA58-39CE3B86F2B4}"/>
              </a:ext>
            </a:extLst>
          </p:cNvPr>
          <p:cNvSpPr txBox="1">
            <a:spLocks noGrp="1"/>
          </p:cNvSpPr>
          <p:nvPr>
            <p:ph type="ftr" idx="11"/>
          </p:nvPr>
        </p:nvSpPr>
        <p:spPr>
          <a:xfrm>
            <a:off x="393084" y="7207375"/>
            <a:ext cx="2723495" cy="184666"/>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Automation in MPU Sensor Testing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3"/>
          <p:cNvSpPr txBox="1">
            <a:spLocks noGrp="1"/>
          </p:cNvSpPr>
          <p:nvPr>
            <p:ph type="title"/>
          </p:nvPr>
        </p:nvSpPr>
        <p:spPr>
          <a:xfrm>
            <a:off x="431483" y="579517"/>
            <a:ext cx="9052560" cy="817817"/>
          </a:xfrm>
          <a:prstGeom prst="rect">
            <a:avLst/>
          </a:prstGeom>
          <a:noFill/>
          <a:ln>
            <a:noFill/>
          </a:ln>
        </p:spPr>
        <p:txBody>
          <a:bodyPr spcFirstLastPara="1" wrap="square" lIns="101875" tIns="50925" rIns="101875" bIns="50925" anchor="t" anchorCtr="0">
            <a:normAutofit/>
          </a:bodyPr>
          <a:lstStyle/>
          <a:p>
            <a:pPr marL="0" lvl="0" indent="0" algn="l" rtl="0">
              <a:spcBef>
                <a:spcPts val="0"/>
              </a:spcBef>
              <a:spcAft>
                <a:spcPts val="0"/>
              </a:spcAft>
              <a:buSzPts val="5760"/>
              <a:buNone/>
            </a:pPr>
            <a:r>
              <a:rPr lang="en-US" sz="4500" b="1" dirty="0">
                <a:solidFill>
                  <a:schemeClr val="dk1"/>
                </a:solidFill>
                <a:latin typeface="Times New Roman"/>
                <a:ea typeface="Times New Roman"/>
                <a:cs typeface="Times New Roman"/>
                <a:sym typeface="Times New Roman"/>
              </a:rPr>
              <a:t>Motivation: </a:t>
            </a:r>
            <a:endParaRPr sz="4500" b="1" dirty="0">
              <a:solidFill>
                <a:schemeClr val="dk1"/>
              </a:solidFill>
              <a:latin typeface="Times New Roman"/>
              <a:ea typeface="Times New Roman"/>
              <a:cs typeface="Times New Roman"/>
              <a:sym typeface="Times New Roman"/>
            </a:endParaRPr>
          </a:p>
        </p:txBody>
      </p:sp>
      <p:sp>
        <p:nvSpPr>
          <p:cNvPr id="184" name="Google Shape;184;p23"/>
          <p:cNvSpPr txBox="1">
            <a:spLocks noGrp="1"/>
          </p:cNvSpPr>
          <p:nvPr>
            <p:ph type="dt" idx="10"/>
          </p:nvPr>
        </p:nvSpPr>
        <p:spPr>
          <a:xfrm>
            <a:off x="6789420" y="6995161"/>
            <a:ext cx="2766060" cy="413808"/>
          </a:xfrm>
          <a:prstGeom prst="rect">
            <a:avLst/>
          </a:prstGeom>
          <a:noFill/>
          <a:ln>
            <a:noFill/>
          </a:ln>
        </p:spPr>
        <p:txBody>
          <a:bodyPr spcFirstLastPara="1" wrap="square" lIns="101875" tIns="50925" rIns="101875" bIns="50925" anchor="ctr" anchorCtr="0">
            <a:noAutofit/>
          </a:bodyPr>
          <a:lstStyle/>
          <a:p>
            <a:pPr marL="0" lvl="0" indent="0" algn="r" rtl="0">
              <a:lnSpc>
                <a:spcPct val="100000"/>
              </a:lnSpc>
              <a:spcBef>
                <a:spcPts val="0"/>
              </a:spcBef>
              <a:spcAft>
                <a:spcPts val="0"/>
              </a:spcAft>
              <a:buNone/>
            </a:pPr>
            <a:r>
              <a:rPr lang="en-US"/>
              <a:t>3/24/2025</a:t>
            </a:r>
            <a:endParaRPr/>
          </a:p>
        </p:txBody>
      </p:sp>
      <p:sp>
        <p:nvSpPr>
          <p:cNvPr id="185" name="Google Shape;185;p23"/>
          <p:cNvSpPr txBox="1">
            <a:spLocks noGrp="1"/>
          </p:cNvSpPr>
          <p:nvPr>
            <p:ph type="ftr" idx="11"/>
          </p:nvPr>
        </p:nvSpPr>
        <p:spPr>
          <a:xfrm>
            <a:off x="502920" y="6995161"/>
            <a:ext cx="3688081" cy="413808"/>
          </a:xfrm>
          <a:prstGeom prst="rect">
            <a:avLst/>
          </a:prstGeom>
          <a:noFill/>
          <a:ln>
            <a:noFill/>
          </a:ln>
        </p:spPr>
        <p:txBody>
          <a:bodyPr spcFirstLastPara="1" wrap="square" lIns="101875" tIns="50925" rIns="101875" bIns="50925" anchor="ctr" anchorCtr="0">
            <a:noAutofit/>
          </a:bodyPr>
          <a:lstStyle/>
          <a:p>
            <a:pPr marL="0" lvl="0" indent="0" algn="l" rtl="0">
              <a:lnSpc>
                <a:spcPct val="100000"/>
              </a:lnSpc>
              <a:spcBef>
                <a:spcPts val="0"/>
              </a:spcBef>
              <a:spcAft>
                <a:spcPts val="0"/>
              </a:spcAft>
              <a:buNone/>
            </a:pPr>
            <a:r>
              <a:rPr lang="en-US"/>
              <a:t>Title of the Project</a:t>
            </a:r>
            <a:endParaRPr/>
          </a:p>
        </p:txBody>
      </p:sp>
      <p:sp>
        <p:nvSpPr>
          <p:cNvPr id="186" name="Google Shape;186;p23"/>
          <p:cNvSpPr txBox="1">
            <a:spLocks noGrp="1"/>
          </p:cNvSpPr>
          <p:nvPr>
            <p:ph type="sldNum" idx="12"/>
          </p:nvPr>
        </p:nvSpPr>
        <p:spPr>
          <a:xfrm>
            <a:off x="4191000" y="6995161"/>
            <a:ext cx="2011680" cy="413808"/>
          </a:xfrm>
          <a:prstGeom prst="rect">
            <a:avLst/>
          </a:prstGeom>
          <a:noFill/>
          <a:ln>
            <a:noFill/>
          </a:ln>
        </p:spPr>
        <p:txBody>
          <a:bodyPr spcFirstLastPara="1" wrap="square" lIns="101875" tIns="50925" rIns="101875" bIns="50925" anchor="ctr" anchorCtr="0">
            <a:noAutofit/>
          </a:bodyPr>
          <a:lstStyle/>
          <a:p>
            <a:pPr marL="0" lvl="0" indent="0" algn="r" rtl="0">
              <a:lnSpc>
                <a:spcPct val="100000"/>
              </a:lnSpc>
              <a:spcBef>
                <a:spcPts val="0"/>
              </a:spcBef>
              <a:spcAft>
                <a:spcPts val="0"/>
              </a:spcAft>
              <a:buSzPts val="1300"/>
              <a:buNone/>
            </a:pPr>
            <a:fld id="{00000000-1234-1234-1234-123412341234}" type="slidenum">
              <a:rPr lang="en-US"/>
              <a:t>10</a:t>
            </a:fld>
            <a:endParaRPr sz="1800">
              <a:latin typeface="Calibri"/>
              <a:ea typeface="Calibri"/>
              <a:cs typeface="Calibri"/>
              <a:sym typeface="Calibri"/>
            </a:endParaRPr>
          </a:p>
        </p:txBody>
      </p:sp>
      <p:sp>
        <p:nvSpPr>
          <p:cNvPr id="2" name="Rectangle 2">
            <a:extLst>
              <a:ext uri="{FF2B5EF4-FFF2-40B4-BE49-F238E27FC236}">
                <a16:creationId xmlns:a16="http://schemas.microsoft.com/office/drawing/2014/main" id="{71707DDA-870F-DF82-DB3F-BEBA2E54A291}"/>
              </a:ext>
            </a:extLst>
          </p:cNvPr>
          <p:cNvSpPr>
            <a:spLocks noChangeArrowheads="1"/>
          </p:cNvSpPr>
          <p:nvPr/>
        </p:nvSpPr>
        <p:spPr bwMode="auto">
          <a:xfrm>
            <a:off x="773051" y="1709005"/>
            <a:ext cx="8782429"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Arial" panose="020B0604020202020204" pitchFamily="34" charset="0"/>
              <a:buChar char="•"/>
            </a:pPr>
            <a:r>
              <a:rPr lang="en-US" sz="2200" dirty="0"/>
              <a:t>Manual testing of magnetic pickup (MPU) sensors is often time-consuming, inconsistent, and prone to human error, especially when dealing with high-frequency or precision-based measurements. With increasing demand for </a:t>
            </a:r>
            <a:r>
              <a:rPr lang="en-US" sz="2200" b="1" dirty="0"/>
              <a:t>efficient, accurate, and scalable sensor testing</a:t>
            </a:r>
            <a:r>
              <a:rPr lang="en-US" sz="2200" dirty="0"/>
              <a:t> in automotive, industrial, and research domains, there is a clear need for an </a:t>
            </a:r>
            <a:r>
              <a:rPr lang="en-US" sz="2200" b="1" dirty="0"/>
              <a:t>automated solution</a:t>
            </a:r>
            <a:r>
              <a:rPr lang="en-US" sz="2200" dirty="0"/>
              <a:t>. This project is driven by the goal to </a:t>
            </a:r>
            <a:r>
              <a:rPr lang="en-US" sz="2200" b="1" dirty="0"/>
              <a:t>simplify and speed up the MPU sensor testing process</a:t>
            </a:r>
            <a:r>
              <a:rPr lang="en-US" sz="2200" dirty="0"/>
              <a:t> using modern embedded systems, enabling real-time analysis, data logging, and interactive visualization. By bridging hardware precision with software intelligence, the system empowers users with a </a:t>
            </a:r>
            <a:r>
              <a:rPr lang="en-US" sz="2200" b="1" dirty="0"/>
              <a:t>reliable and user-friendly testing tool</a:t>
            </a:r>
            <a:r>
              <a:rPr lang="en-US" sz="2200" dirty="0"/>
              <a:t> that enhances productivity and ensures consistent results.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4"/>
          <p:cNvSpPr txBox="1">
            <a:spLocks noGrp="1"/>
          </p:cNvSpPr>
          <p:nvPr>
            <p:ph type="ctrTitle"/>
          </p:nvPr>
        </p:nvSpPr>
        <p:spPr>
          <a:xfrm>
            <a:off x="597217" y="494919"/>
            <a:ext cx="8549640" cy="615553"/>
          </a:xfrm>
          <a:prstGeom prst="rect">
            <a:avLst/>
          </a:prstGeom>
          <a:noFill/>
          <a:ln>
            <a:noFill/>
          </a:ln>
        </p:spPr>
        <p:txBody>
          <a:bodyPr spcFirstLastPara="1" wrap="square" lIns="0" tIns="0" rIns="0" bIns="0" anchor="t" anchorCtr="0">
            <a:spAutoFit/>
          </a:bodyPr>
          <a:lstStyle/>
          <a:p>
            <a:pPr marL="356589" lvl="0" indent="-356589" algn="l" rtl="0">
              <a:spcBef>
                <a:spcPts val="0"/>
              </a:spcBef>
              <a:spcAft>
                <a:spcPts val="0"/>
              </a:spcAft>
              <a:buSzPts val="1400"/>
              <a:buNone/>
            </a:pPr>
            <a:r>
              <a:rPr lang="en-US" sz="4000" b="1">
                <a:solidFill>
                  <a:schemeClr val="dk1"/>
                </a:solidFill>
                <a:latin typeface="Times New Roman"/>
                <a:ea typeface="Times New Roman"/>
                <a:cs typeface="Times New Roman"/>
                <a:sym typeface="Times New Roman"/>
              </a:rPr>
              <a:t>Problem Statement:</a:t>
            </a:r>
            <a:endParaRPr sz="4000">
              <a:solidFill>
                <a:schemeClr val="dk1"/>
              </a:solidFill>
            </a:endParaRPr>
          </a:p>
        </p:txBody>
      </p:sp>
      <p:sp>
        <p:nvSpPr>
          <p:cNvPr id="192" name="Google Shape;192;p24"/>
          <p:cNvSpPr txBox="1"/>
          <p:nvPr/>
        </p:nvSpPr>
        <p:spPr>
          <a:xfrm>
            <a:off x="502920" y="3473417"/>
            <a:ext cx="8549640"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3200" b="1" i="0" u="none" strike="noStrike" cap="none" dirty="0">
                <a:solidFill>
                  <a:srgbClr val="000000"/>
                </a:solidFill>
                <a:latin typeface="Times New Roman"/>
                <a:ea typeface="Times New Roman"/>
                <a:cs typeface="Times New Roman"/>
                <a:sym typeface="Times New Roman"/>
              </a:rPr>
              <a:t>Goals and Objectives:</a:t>
            </a:r>
            <a:endParaRPr sz="3200" b="1" i="0" u="none" strike="noStrike" cap="none" dirty="0">
              <a:solidFill>
                <a:srgbClr val="000000"/>
              </a:solidFill>
              <a:latin typeface="Times New Roman"/>
              <a:ea typeface="Times New Roman"/>
              <a:cs typeface="Times New Roman"/>
              <a:sym typeface="Times New Roman"/>
            </a:endParaRPr>
          </a:p>
        </p:txBody>
      </p:sp>
      <p:sp>
        <p:nvSpPr>
          <p:cNvPr id="195" name="Google Shape;195;p24"/>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300"/>
              <a:buNone/>
            </a:pPr>
            <a:fld id="{00000000-1234-1234-1234-123412341234}" type="slidenum">
              <a:rPr lang="en-US"/>
              <a:t>11</a:t>
            </a:fld>
            <a:endParaRPr sz="1800">
              <a:latin typeface="Calibri"/>
              <a:ea typeface="Calibri"/>
              <a:cs typeface="Calibri"/>
              <a:sym typeface="Calibri"/>
            </a:endParaRPr>
          </a:p>
        </p:txBody>
      </p:sp>
      <p:sp>
        <p:nvSpPr>
          <p:cNvPr id="3" name="Rectangle 2">
            <a:extLst>
              <a:ext uri="{FF2B5EF4-FFF2-40B4-BE49-F238E27FC236}">
                <a16:creationId xmlns:a16="http://schemas.microsoft.com/office/drawing/2014/main" id="{49C148A1-A89D-7E47-69E5-D77083DDC675}"/>
              </a:ext>
            </a:extLst>
          </p:cNvPr>
          <p:cNvSpPr>
            <a:spLocks noChangeArrowheads="1"/>
          </p:cNvSpPr>
          <p:nvPr/>
        </p:nvSpPr>
        <p:spPr bwMode="auto">
          <a:xfrm>
            <a:off x="502920" y="1523433"/>
            <a:ext cx="8782429"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Arial" panose="020B0604020202020204" pitchFamily="34" charset="0"/>
              <a:buChar char="•"/>
            </a:pPr>
            <a:r>
              <a:rPr lang="en-US" sz="2200" dirty="0"/>
              <a:t>Manual MPU sensor testing is slow, error-prone, and lacks real-time analysis. There is a need for an automated system to improve accuracy, efficiency, and user accessibility in sensor evaluation.</a:t>
            </a:r>
          </a:p>
        </p:txBody>
      </p:sp>
      <p:sp>
        <p:nvSpPr>
          <p:cNvPr id="5" name="Rectangle 4">
            <a:extLst>
              <a:ext uri="{FF2B5EF4-FFF2-40B4-BE49-F238E27FC236}">
                <a16:creationId xmlns:a16="http://schemas.microsoft.com/office/drawing/2014/main" id="{8248242F-A778-B873-FC1C-37490781A165}"/>
              </a:ext>
            </a:extLst>
          </p:cNvPr>
          <p:cNvSpPr>
            <a:spLocks noChangeArrowheads="1"/>
          </p:cNvSpPr>
          <p:nvPr/>
        </p:nvSpPr>
        <p:spPr bwMode="auto">
          <a:xfrm>
            <a:off x="502920" y="4123386"/>
            <a:ext cx="8782429"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mj-lt"/>
              <a:buAutoNum type="arabicPeriod"/>
            </a:pPr>
            <a:r>
              <a:rPr lang="en-IN" sz="2200" dirty="0"/>
              <a:t> Automate the MPU sensor testing process to reduce manual effort and improve accuracy.</a:t>
            </a:r>
          </a:p>
          <a:p>
            <a:pPr>
              <a:buFont typeface="+mj-lt"/>
              <a:buAutoNum type="arabicPeriod"/>
            </a:pPr>
            <a:r>
              <a:rPr lang="en-IN" sz="2200" dirty="0"/>
              <a:t> Acquire and convert </a:t>
            </a:r>
            <a:r>
              <a:rPr lang="en-IN" sz="2200" dirty="0" err="1"/>
              <a:t>analog</a:t>
            </a:r>
            <a:r>
              <a:rPr lang="en-IN" sz="2200" dirty="0"/>
              <a:t> signals using ADS1115 and Arduino Nano for real-time data processing.</a:t>
            </a:r>
          </a:p>
          <a:p>
            <a:pPr>
              <a:buFont typeface="+mj-lt"/>
              <a:buAutoNum type="arabicPeriod"/>
            </a:pPr>
            <a:r>
              <a:rPr lang="en-IN" sz="2200" dirty="0"/>
              <a:t> Implement a user-friendly interface via Raspberry Pi and touchscreen for live monitoring and control.</a:t>
            </a:r>
          </a:p>
          <a:p>
            <a:pPr>
              <a:buFont typeface="+mj-lt"/>
              <a:buAutoNum type="arabicPeriod"/>
            </a:pPr>
            <a:r>
              <a:rPr lang="en-IN" sz="2200" dirty="0"/>
              <a:t> Enable data logging and visualization to support analysis, calibration, and consistent sensor evaluation.</a:t>
            </a:r>
          </a:p>
        </p:txBody>
      </p:sp>
      <p:sp>
        <p:nvSpPr>
          <p:cNvPr id="6" name="Google Shape;127;p16">
            <a:extLst>
              <a:ext uri="{FF2B5EF4-FFF2-40B4-BE49-F238E27FC236}">
                <a16:creationId xmlns:a16="http://schemas.microsoft.com/office/drawing/2014/main" id="{8926EBBD-41B1-0741-CF5D-0D1F3FA8F29A}"/>
              </a:ext>
            </a:extLst>
          </p:cNvPr>
          <p:cNvSpPr txBox="1">
            <a:spLocks noGrp="1"/>
          </p:cNvSpPr>
          <p:nvPr>
            <p:ph type="ftr" idx="11"/>
          </p:nvPr>
        </p:nvSpPr>
        <p:spPr>
          <a:xfrm>
            <a:off x="393084" y="7207375"/>
            <a:ext cx="2723495" cy="184666"/>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Automation in MPU Sensor Testing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5"/>
          <p:cNvSpPr txBox="1">
            <a:spLocks noGrp="1"/>
          </p:cNvSpPr>
          <p:nvPr>
            <p:ph type="ctrTitle"/>
          </p:nvPr>
        </p:nvSpPr>
        <p:spPr>
          <a:xfrm>
            <a:off x="482916" y="316580"/>
            <a:ext cx="8549640" cy="677108"/>
          </a:xfrm>
          <a:prstGeom prst="rect">
            <a:avLst/>
          </a:prstGeom>
          <a:noFill/>
          <a:ln>
            <a:noFill/>
          </a:ln>
        </p:spPr>
        <p:txBody>
          <a:bodyPr spcFirstLastPara="1" wrap="square" lIns="0" tIns="0" rIns="0" bIns="0" anchor="t" anchorCtr="0">
            <a:spAutoFit/>
          </a:bodyPr>
          <a:lstStyle/>
          <a:p>
            <a:pPr marL="356589" lvl="0" indent="-356589" algn="l" rtl="0">
              <a:spcBef>
                <a:spcPts val="0"/>
              </a:spcBef>
              <a:spcAft>
                <a:spcPts val="0"/>
              </a:spcAft>
              <a:buSzPts val="1400"/>
              <a:buNone/>
            </a:pPr>
            <a:r>
              <a:rPr lang="en-US" sz="4400" b="1" dirty="0">
                <a:solidFill>
                  <a:srgbClr val="242424"/>
                </a:solidFill>
                <a:latin typeface="Times New Roman"/>
                <a:ea typeface="Times New Roman"/>
                <a:cs typeface="Times New Roman"/>
                <a:sym typeface="Times New Roman"/>
              </a:rPr>
              <a:t>System Specifications:</a:t>
            </a:r>
            <a:endParaRPr sz="4400" b="1" dirty="0"/>
          </a:p>
        </p:txBody>
      </p:sp>
      <p:sp>
        <p:nvSpPr>
          <p:cNvPr id="203" name="Google Shape;203;p25"/>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300"/>
              <a:buNone/>
            </a:pPr>
            <a:fld id="{00000000-1234-1234-1234-123412341234}" type="slidenum">
              <a:rPr lang="en-US"/>
              <a:t>12</a:t>
            </a:fld>
            <a:endParaRPr sz="1800">
              <a:latin typeface="Calibri"/>
              <a:ea typeface="Calibri"/>
              <a:cs typeface="Calibri"/>
              <a:sym typeface="Calibri"/>
            </a:endParaRPr>
          </a:p>
        </p:txBody>
      </p:sp>
      <p:sp>
        <p:nvSpPr>
          <p:cNvPr id="2" name="Rectangle 1">
            <a:extLst>
              <a:ext uri="{FF2B5EF4-FFF2-40B4-BE49-F238E27FC236}">
                <a16:creationId xmlns:a16="http://schemas.microsoft.com/office/drawing/2014/main" id="{97BB8053-D0B8-8919-4DD7-36651EAAD03C}"/>
              </a:ext>
            </a:extLst>
          </p:cNvPr>
          <p:cNvSpPr>
            <a:spLocks noChangeArrowheads="1"/>
          </p:cNvSpPr>
          <p:nvPr/>
        </p:nvSpPr>
        <p:spPr bwMode="auto">
          <a:xfrm>
            <a:off x="366521" y="1187132"/>
            <a:ext cx="8782429" cy="5847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buFont typeface="+mj-lt"/>
              <a:buAutoNum type="arabicPeriod"/>
            </a:pPr>
            <a:r>
              <a:rPr lang="en-IN" sz="2200" b="1" dirty="0"/>
              <a:t>Arduino Nano (Key Specs)</a:t>
            </a:r>
          </a:p>
          <a:p>
            <a:pPr>
              <a:buFont typeface="Arial" panose="020B0604020202020204" pitchFamily="34" charset="0"/>
              <a:buChar char="•"/>
            </a:pPr>
            <a:r>
              <a:rPr lang="en-IN" sz="2200" dirty="0"/>
              <a:t> Microcontroller: ATmega328P</a:t>
            </a:r>
          </a:p>
          <a:p>
            <a:pPr>
              <a:buFont typeface="Arial" panose="020B0604020202020204" pitchFamily="34" charset="0"/>
              <a:buChar char="•"/>
            </a:pPr>
            <a:r>
              <a:rPr lang="en-IN" sz="2200" dirty="0"/>
              <a:t> Operating Voltage: 5V</a:t>
            </a:r>
          </a:p>
          <a:p>
            <a:pPr>
              <a:buFont typeface="Arial" panose="020B0604020202020204" pitchFamily="34" charset="0"/>
              <a:buChar char="•"/>
            </a:pPr>
            <a:r>
              <a:rPr lang="en-IN" sz="2200" dirty="0"/>
              <a:t> I/O Pins: 14 Digital (6 PWM), 8 Analog</a:t>
            </a:r>
          </a:p>
          <a:p>
            <a:pPr>
              <a:buFont typeface="Arial" panose="020B0604020202020204" pitchFamily="34" charset="0"/>
              <a:buChar char="•"/>
            </a:pPr>
            <a:r>
              <a:rPr lang="en-IN" sz="2200" dirty="0"/>
              <a:t> Clock Speed: 16 MHz</a:t>
            </a:r>
          </a:p>
          <a:p>
            <a:pPr>
              <a:buFont typeface="Arial" panose="020B0604020202020204" pitchFamily="34" charset="0"/>
              <a:buChar char="•"/>
            </a:pPr>
            <a:r>
              <a:rPr lang="en-IN" sz="2200" dirty="0"/>
              <a:t> Memory: 32 KB Flash, 2 KB SRAM, 1 KB EEPROM</a:t>
            </a:r>
          </a:p>
          <a:p>
            <a:pPr>
              <a:buNone/>
            </a:pPr>
            <a:r>
              <a:rPr lang="en-IN" sz="2200" dirty="0"/>
              <a:t> Size &amp; Weight: 45mm × 18mm, 7g.</a:t>
            </a:r>
            <a:br>
              <a:rPr lang="en-IN" sz="2200" dirty="0"/>
            </a:br>
            <a:br>
              <a:rPr lang="en-IN" sz="2200" dirty="0"/>
            </a:br>
            <a:r>
              <a:rPr lang="en-IN" sz="2200" dirty="0"/>
              <a:t>2. </a:t>
            </a:r>
            <a:r>
              <a:rPr lang="en-IN" sz="2200" b="1" dirty="0"/>
              <a:t>Raspberry Pi 4 Model B (Key Specs)</a:t>
            </a:r>
          </a:p>
          <a:p>
            <a:pPr>
              <a:buFont typeface="Arial" panose="020B0604020202020204" pitchFamily="34" charset="0"/>
              <a:buChar char="•"/>
            </a:pPr>
            <a:r>
              <a:rPr lang="en-IN" sz="2200" dirty="0"/>
              <a:t> Processor: Quad-core Cortex-A72 @ 1.5GHz</a:t>
            </a:r>
          </a:p>
          <a:p>
            <a:pPr>
              <a:buFont typeface="Arial" panose="020B0604020202020204" pitchFamily="34" charset="0"/>
              <a:buChar char="•"/>
            </a:pPr>
            <a:r>
              <a:rPr lang="en-IN" sz="2200" dirty="0"/>
              <a:t> RAM Options: 2GB / 4GB / 8GB LPDDR4</a:t>
            </a:r>
          </a:p>
          <a:p>
            <a:pPr>
              <a:buFont typeface="Arial" panose="020B0604020202020204" pitchFamily="34" charset="0"/>
              <a:buChar char="•"/>
            </a:pPr>
            <a:r>
              <a:rPr lang="en-IN" sz="2200" dirty="0"/>
              <a:t> Connectivity: Wi-Fi, Bluetooth 5.0, Gigabit Ethernet</a:t>
            </a:r>
          </a:p>
          <a:p>
            <a:pPr>
              <a:buFont typeface="Arial" panose="020B0604020202020204" pitchFamily="34" charset="0"/>
              <a:buChar char="•"/>
            </a:pPr>
            <a:r>
              <a:rPr lang="en-IN" sz="2200" dirty="0"/>
              <a:t> Ports: 2 × USB 3.0, 2 × USB 2.0, 2 × micro-HDMI (up to 4K)</a:t>
            </a:r>
          </a:p>
          <a:p>
            <a:pPr>
              <a:buFont typeface="Arial" panose="020B0604020202020204" pitchFamily="34" charset="0"/>
              <a:buChar char="•"/>
            </a:pPr>
            <a:r>
              <a:rPr lang="en-IN" sz="2200" dirty="0"/>
              <a:t> Storage: MicroSD card slot</a:t>
            </a:r>
          </a:p>
          <a:p>
            <a:pPr>
              <a:buFont typeface="Arial" panose="020B0604020202020204" pitchFamily="34" charset="0"/>
              <a:buChar char="•"/>
            </a:pPr>
            <a:r>
              <a:rPr lang="en-IN" sz="2200" dirty="0"/>
              <a:t> GPIO: 40-pin header</a:t>
            </a:r>
          </a:p>
          <a:p>
            <a:pPr>
              <a:buFont typeface="Arial" panose="020B0604020202020204" pitchFamily="34" charset="0"/>
              <a:buChar char="•"/>
            </a:pPr>
            <a:r>
              <a:rPr lang="en-IN" sz="2200" dirty="0"/>
              <a:t> Power Input: 5V via USB-C (3A recommended)</a:t>
            </a:r>
          </a:p>
          <a:p>
            <a:pPr>
              <a:buFont typeface="Arial" panose="020B0604020202020204" pitchFamily="34" charset="0"/>
              <a:buChar char="•"/>
            </a:pPr>
            <a:r>
              <a:rPr lang="en-IN" sz="2200" dirty="0"/>
              <a:t> Size &amp; Weight: 85mm × 56mm × 17mm, 45g</a:t>
            </a:r>
          </a:p>
        </p:txBody>
      </p:sp>
      <p:sp>
        <p:nvSpPr>
          <p:cNvPr id="3" name="Google Shape;127;p16">
            <a:extLst>
              <a:ext uri="{FF2B5EF4-FFF2-40B4-BE49-F238E27FC236}">
                <a16:creationId xmlns:a16="http://schemas.microsoft.com/office/drawing/2014/main" id="{A0D4613E-0C67-DCD1-A6E0-B1522AD972EA}"/>
              </a:ext>
            </a:extLst>
          </p:cNvPr>
          <p:cNvSpPr txBox="1">
            <a:spLocks noGrp="1"/>
          </p:cNvSpPr>
          <p:nvPr>
            <p:ph type="ftr" idx="11"/>
          </p:nvPr>
        </p:nvSpPr>
        <p:spPr>
          <a:xfrm>
            <a:off x="393084" y="7207375"/>
            <a:ext cx="2723495" cy="184666"/>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Automation in MPU Sensor Testing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ctrTitle"/>
          </p:nvPr>
        </p:nvSpPr>
        <p:spPr>
          <a:xfrm>
            <a:off x="454342" y="509207"/>
            <a:ext cx="8549640" cy="1354217"/>
          </a:xfrm>
          <a:prstGeom prst="rect">
            <a:avLst/>
          </a:prstGeom>
          <a:noFill/>
          <a:ln>
            <a:noFill/>
          </a:ln>
        </p:spPr>
        <p:txBody>
          <a:bodyPr spcFirstLastPara="1" wrap="square" lIns="0" tIns="0" rIns="0" bIns="0" anchor="t" anchorCtr="0">
            <a:spAutoFit/>
          </a:bodyPr>
          <a:lstStyle/>
          <a:p>
            <a:pPr marL="356589" lvl="0" indent="-356589" algn="l" rtl="0">
              <a:spcBef>
                <a:spcPts val="0"/>
              </a:spcBef>
              <a:spcAft>
                <a:spcPts val="0"/>
              </a:spcAft>
              <a:buSzPts val="1400"/>
              <a:buNone/>
            </a:pPr>
            <a:r>
              <a:rPr lang="en-US" sz="4400" b="1">
                <a:solidFill>
                  <a:srgbClr val="242424"/>
                </a:solidFill>
                <a:latin typeface="Times New Roman"/>
                <a:ea typeface="Times New Roman"/>
                <a:cs typeface="Times New Roman"/>
                <a:sym typeface="Times New Roman"/>
              </a:rPr>
              <a:t>Block Diagram:</a:t>
            </a:r>
            <a:br>
              <a:rPr lang="en-US" sz="4400" b="1">
                <a:solidFill>
                  <a:schemeClr val="dk1"/>
                </a:solidFill>
                <a:latin typeface="Times New Roman"/>
                <a:ea typeface="Times New Roman"/>
                <a:cs typeface="Times New Roman"/>
                <a:sym typeface="Times New Roman"/>
              </a:rPr>
            </a:br>
            <a:endParaRPr sz="4400" b="1"/>
          </a:p>
        </p:txBody>
      </p:sp>
      <p:sp>
        <p:nvSpPr>
          <p:cNvPr id="211" name="Google Shape;211;p26"/>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300"/>
              <a:buNone/>
            </a:pPr>
            <a:fld id="{00000000-1234-1234-1234-123412341234}" type="slidenum">
              <a:rPr lang="en-US"/>
              <a:t>13</a:t>
            </a:fld>
            <a:endParaRPr sz="1800">
              <a:latin typeface="Calibri"/>
              <a:ea typeface="Calibri"/>
              <a:cs typeface="Calibri"/>
              <a:sym typeface="Calibri"/>
            </a:endParaRPr>
          </a:p>
        </p:txBody>
      </p:sp>
      <p:pic>
        <p:nvPicPr>
          <p:cNvPr id="2" name="Picture 1">
            <a:extLst>
              <a:ext uri="{FF2B5EF4-FFF2-40B4-BE49-F238E27FC236}">
                <a16:creationId xmlns:a16="http://schemas.microsoft.com/office/drawing/2014/main" id="{2E9971F9-F7A3-CFF2-565A-1A2776AD90D6}"/>
              </a:ext>
            </a:extLst>
          </p:cNvPr>
          <p:cNvPicPr>
            <a:picLocks noChangeAspect="1"/>
          </p:cNvPicPr>
          <p:nvPr/>
        </p:nvPicPr>
        <p:blipFill>
          <a:blip r:embed="rId3"/>
          <a:stretch>
            <a:fillRect/>
          </a:stretch>
        </p:blipFill>
        <p:spPr>
          <a:xfrm>
            <a:off x="344480" y="1500809"/>
            <a:ext cx="9369440" cy="5267738"/>
          </a:xfrm>
          <a:prstGeom prst="rect">
            <a:avLst/>
          </a:prstGeom>
        </p:spPr>
      </p:pic>
      <p:sp>
        <p:nvSpPr>
          <p:cNvPr id="3" name="Google Shape;127;p16">
            <a:extLst>
              <a:ext uri="{FF2B5EF4-FFF2-40B4-BE49-F238E27FC236}">
                <a16:creationId xmlns:a16="http://schemas.microsoft.com/office/drawing/2014/main" id="{0399A7CF-17AE-F6F1-9B68-A5067666C8FF}"/>
              </a:ext>
            </a:extLst>
          </p:cNvPr>
          <p:cNvSpPr txBox="1">
            <a:spLocks noGrp="1"/>
          </p:cNvSpPr>
          <p:nvPr>
            <p:ph type="ftr" idx="11"/>
          </p:nvPr>
        </p:nvSpPr>
        <p:spPr>
          <a:xfrm>
            <a:off x="393084" y="7207375"/>
            <a:ext cx="2723495" cy="184666"/>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Automation in MPU Sensor Testing</a:t>
            </a:r>
            <a:endParaRPr/>
          </a:p>
        </p:txBody>
      </p:sp>
      <p:sp>
        <p:nvSpPr>
          <p:cNvPr id="4" name="TextBox 3">
            <a:extLst>
              <a:ext uri="{FF2B5EF4-FFF2-40B4-BE49-F238E27FC236}">
                <a16:creationId xmlns:a16="http://schemas.microsoft.com/office/drawing/2014/main" id="{9F09DA46-04F0-265B-6FE1-DF1B5FFB2C2F}"/>
              </a:ext>
            </a:extLst>
          </p:cNvPr>
          <p:cNvSpPr txBox="1"/>
          <p:nvPr/>
        </p:nvSpPr>
        <p:spPr>
          <a:xfrm>
            <a:off x="8965385" y="4549276"/>
            <a:ext cx="234360" cy="246221"/>
          </a:xfrm>
          <a:prstGeom prst="rect">
            <a:avLst/>
          </a:prstGeom>
          <a:noFill/>
        </p:spPr>
        <p:txBody>
          <a:bodyPr wrap="none" rtlCol="0">
            <a:spAutoFit/>
          </a:bodyPr>
          <a:lstStyle/>
          <a:p>
            <a:r>
              <a:rPr lang="en-US" sz="1000" dirty="0">
                <a:latin typeface="Calibri" panose="020F0502020204030204" pitchFamily="34" charset="0"/>
                <a:ea typeface="Calibri" panose="020F0502020204030204" pitchFamily="34" charset="0"/>
                <a:cs typeface="Calibri" panose="020F0502020204030204" pitchFamily="34" charset="0"/>
              </a:rPr>
              <a:t>/</a:t>
            </a:r>
            <a:endParaRPr lang="en-IN" sz="1000"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AFDE4679-5C97-A6B8-7621-2E2ABF2DFDDA}"/>
              </a:ext>
            </a:extLst>
          </p:cNvPr>
          <p:cNvSpPr txBox="1"/>
          <p:nvPr/>
        </p:nvSpPr>
        <p:spPr>
          <a:xfrm>
            <a:off x="8215294" y="4689771"/>
            <a:ext cx="713657" cy="276999"/>
          </a:xfrm>
          <a:prstGeom prst="rect">
            <a:avLst/>
          </a:prstGeom>
          <a:noFill/>
        </p:spPr>
        <p:txBody>
          <a:bodyPr wrap="none" rtlCol="0">
            <a:spAutoFit/>
          </a:bodyPr>
          <a:lstStyle/>
          <a:p>
            <a:r>
              <a:rPr lang="en-US" sz="1200" b="1" dirty="0">
                <a:latin typeface="Calibri" panose="020F0502020204030204" pitchFamily="34" charset="0"/>
                <a:ea typeface="Calibri" panose="020F0502020204030204" pitchFamily="34" charset="0"/>
                <a:cs typeface="Calibri" panose="020F0502020204030204" pitchFamily="34" charset="0"/>
              </a:rPr>
              <a:t>Desktop</a:t>
            </a:r>
            <a:endParaRPr lang="en-IN" sz="1200" b="1"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7"/>
          <p:cNvSpPr txBox="1">
            <a:spLocks noGrp="1"/>
          </p:cNvSpPr>
          <p:nvPr>
            <p:ph type="ctrTitle"/>
          </p:nvPr>
        </p:nvSpPr>
        <p:spPr>
          <a:xfrm>
            <a:off x="440055" y="494919"/>
            <a:ext cx="8549640" cy="677108"/>
          </a:xfrm>
          <a:prstGeom prst="rect">
            <a:avLst/>
          </a:prstGeom>
          <a:noFill/>
          <a:ln>
            <a:noFill/>
          </a:ln>
        </p:spPr>
        <p:txBody>
          <a:bodyPr spcFirstLastPara="1" wrap="square" lIns="0" tIns="0" rIns="0" bIns="0" anchor="t" anchorCtr="0">
            <a:spAutoFit/>
          </a:bodyPr>
          <a:lstStyle/>
          <a:p>
            <a:pPr marL="356589" lvl="0" indent="-356589" algn="l" rtl="0">
              <a:spcBef>
                <a:spcPts val="0"/>
              </a:spcBef>
              <a:spcAft>
                <a:spcPts val="0"/>
              </a:spcAft>
              <a:buSzPts val="1400"/>
              <a:buNone/>
            </a:pPr>
            <a:r>
              <a:rPr lang="en-US" sz="4400" b="1" dirty="0">
                <a:solidFill>
                  <a:srgbClr val="242424"/>
                </a:solidFill>
                <a:latin typeface="Times New Roman"/>
                <a:ea typeface="Times New Roman"/>
                <a:cs typeface="Times New Roman"/>
                <a:sym typeface="Times New Roman"/>
              </a:rPr>
              <a:t>Hardware Design:</a:t>
            </a:r>
            <a:endParaRPr sz="2800" b="1" dirty="0"/>
          </a:p>
        </p:txBody>
      </p:sp>
      <p:sp>
        <p:nvSpPr>
          <p:cNvPr id="219" name="Google Shape;219;p27"/>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300"/>
              <a:buNone/>
            </a:pPr>
            <a:fld id="{00000000-1234-1234-1234-123412341234}" type="slidenum">
              <a:rPr lang="en-US"/>
              <a:t>14</a:t>
            </a:fld>
            <a:endParaRPr sz="1800">
              <a:latin typeface="Calibri"/>
              <a:ea typeface="Calibri"/>
              <a:cs typeface="Calibri"/>
              <a:sym typeface="Calibri"/>
            </a:endParaRPr>
          </a:p>
        </p:txBody>
      </p:sp>
      <p:pic>
        <p:nvPicPr>
          <p:cNvPr id="3" name="Picture 2">
            <a:extLst>
              <a:ext uri="{FF2B5EF4-FFF2-40B4-BE49-F238E27FC236}">
                <a16:creationId xmlns:a16="http://schemas.microsoft.com/office/drawing/2014/main" id="{27DEC96B-A3F1-77B4-060A-EFCDA07C2ED1}"/>
              </a:ext>
            </a:extLst>
          </p:cNvPr>
          <p:cNvPicPr>
            <a:picLocks noChangeAspect="1"/>
          </p:cNvPicPr>
          <p:nvPr/>
        </p:nvPicPr>
        <p:blipFill>
          <a:blip r:embed="rId3"/>
          <a:stretch>
            <a:fillRect/>
          </a:stretch>
        </p:blipFill>
        <p:spPr>
          <a:xfrm>
            <a:off x="119270" y="1524833"/>
            <a:ext cx="9859617" cy="5551828"/>
          </a:xfrm>
          <a:prstGeom prst="rect">
            <a:avLst/>
          </a:prstGeom>
        </p:spPr>
      </p:pic>
      <p:sp>
        <p:nvSpPr>
          <p:cNvPr id="4" name="Google Shape;127;p16">
            <a:extLst>
              <a:ext uri="{FF2B5EF4-FFF2-40B4-BE49-F238E27FC236}">
                <a16:creationId xmlns:a16="http://schemas.microsoft.com/office/drawing/2014/main" id="{5F6D8DA1-1650-C26C-4E40-7D214E828F04}"/>
              </a:ext>
            </a:extLst>
          </p:cNvPr>
          <p:cNvSpPr txBox="1">
            <a:spLocks noGrp="1"/>
          </p:cNvSpPr>
          <p:nvPr>
            <p:ph type="ftr" idx="11"/>
          </p:nvPr>
        </p:nvSpPr>
        <p:spPr>
          <a:xfrm>
            <a:off x="393084" y="7207375"/>
            <a:ext cx="2723495" cy="184666"/>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Automation in MPU Sensor Testing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8"/>
          <p:cNvSpPr txBox="1">
            <a:spLocks noGrp="1"/>
          </p:cNvSpPr>
          <p:nvPr>
            <p:ph type="ctrTitle"/>
          </p:nvPr>
        </p:nvSpPr>
        <p:spPr>
          <a:xfrm>
            <a:off x="281029" y="0"/>
            <a:ext cx="8549640" cy="1107996"/>
          </a:xfrm>
          <a:prstGeom prst="rect">
            <a:avLst/>
          </a:prstGeom>
          <a:noFill/>
          <a:ln>
            <a:noFill/>
          </a:ln>
        </p:spPr>
        <p:txBody>
          <a:bodyPr spcFirstLastPara="1" wrap="square" lIns="0" tIns="0" rIns="0" bIns="0" anchor="t" anchorCtr="0">
            <a:spAutoFit/>
          </a:bodyPr>
          <a:lstStyle/>
          <a:p>
            <a:pPr marL="356589" lvl="0" indent="-356589" algn="l" rtl="0">
              <a:spcBef>
                <a:spcPts val="0"/>
              </a:spcBef>
              <a:spcAft>
                <a:spcPts val="0"/>
              </a:spcAft>
              <a:buSzPts val="1400"/>
              <a:buNone/>
            </a:pPr>
            <a:r>
              <a:rPr lang="en-US" sz="4400" b="1" dirty="0">
                <a:solidFill>
                  <a:srgbClr val="242424"/>
                </a:solidFill>
                <a:latin typeface="Times New Roman"/>
                <a:ea typeface="Times New Roman"/>
                <a:cs typeface="Times New Roman"/>
                <a:sym typeface="Times New Roman"/>
              </a:rPr>
              <a:t>Software Design:</a:t>
            </a:r>
            <a:br>
              <a:rPr lang="en-US" sz="2800" b="1" dirty="0">
                <a:solidFill>
                  <a:schemeClr val="dk1"/>
                </a:solidFill>
                <a:latin typeface="Times New Roman"/>
                <a:ea typeface="Times New Roman"/>
                <a:cs typeface="Times New Roman"/>
                <a:sym typeface="Times New Roman"/>
              </a:rPr>
            </a:br>
            <a:endParaRPr sz="2800" b="1" dirty="0"/>
          </a:p>
        </p:txBody>
      </p:sp>
      <p:sp>
        <p:nvSpPr>
          <p:cNvPr id="227" name="Google Shape;227;p28"/>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300"/>
              <a:buNone/>
            </a:pPr>
            <a:fld id="{00000000-1234-1234-1234-123412341234}" type="slidenum">
              <a:rPr lang="en-US"/>
              <a:t>15</a:t>
            </a:fld>
            <a:endParaRPr sz="1800">
              <a:latin typeface="Calibri"/>
              <a:ea typeface="Calibri"/>
              <a:cs typeface="Calibri"/>
              <a:sym typeface="Calibri"/>
            </a:endParaRPr>
          </a:p>
        </p:txBody>
      </p:sp>
      <p:pic>
        <p:nvPicPr>
          <p:cNvPr id="2" name="Picture 1">
            <a:extLst>
              <a:ext uri="{FF2B5EF4-FFF2-40B4-BE49-F238E27FC236}">
                <a16:creationId xmlns:a16="http://schemas.microsoft.com/office/drawing/2014/main" id="{7D8828D3-BE8C-2A5B-BB9C-71ED2436329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99970" y="777132"/>
            <a:ext cx="5458460" cy="6782065"/>
          </a:xfrm>
          <a:prstGeom prst="rect">
            <a:avLst/>
          </a:prstGeom>
          <a:noFill/>
          <a:ln>
            <a:noFill/>
          </a:ln>
        </p:spPr>
      </p:pic>
      <p:sp>
        <p:nvSpPr>
          <p:cNvPr id="3" name="Google Shape;127;p16">
            <a:extLst>
              <a:ext uri="{FF2B5EF4-FFF2-40B4-BE49-F238E27FC236}">
                <a16:creationId xmlns:a16="http://schemas.microsoft.com/office/drawing/2014/main" id="{A2DF9727-1BE1-5BDD-8454-205E4508FE79}"/>
              </a:ext>
            </a:extLst>
          </p:cNvPr>
          <p:cNvSpPr txBox="1">
            <a:spLocks noGrp="1"/>
          </p:cNvSpPr>
          <p:nvPr>
            <p:ph type="ftr" idx="11"/>
          </p:nvPr>
        </p:nvSpPr>
        <p:spPr>
          <a:xfrm>
            <a:off x="283755" y="7207375"/>
            <a:ext cx="2723495" cy="184666"/>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Automation in MPU Sensor Testing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9"/>
          <p:cNvSpPr txBox="1">
            <a:spLocks noGrp="1"/>
          </p:cNvSpPr>
          <p:nvPr>
            <p:ph type="ctrTitle"/>
          </p:nvPr>
        </p:nvSpPr>
        <p:spPr>
          <a:xfrm>
            <a:off x="342901" y="537781"/>
            <a:ext cx="9586912" cy="615553"/>
          </a:xfrm>
          <a:prstGeom prst="rect">
            <a:avLst/>
          </a:prstGeom>
          <a:noFill/>
          <a:ln>
            <a:noFill/>
          </a:ln>
        </p:spPr>
        <p:txBody>
          <a:bodyPr spcFirstLastPara="1" wrap="square" lIns="0" tIns="0" rIns="0" bIns="0" anchor="t" anchorCtr="0">
            <a:spAutoFit/>
          </a:bodyPr>
          <a:lstStyle/>
          <a:p>
            <a:pPr marL="356589" lvl="0" indent="-356589" algn="l" rtl="0">
              <a:spcBef>
                <a:spcPts val="0"/>
              </a:spcBef>
              <a:spcAft>
                <a:spcPts val="0"/>
              </a:spcAft>
              <a:buSzPts val="1400"/>
              <a:buNone/>
            </a:pPr>
            <a:r>
              <a:rPr lang="en-US" sz="4000" b="1">
                <a:solidFill>
                  <a:srgbClr val="242424"/>
                </a:solidFill>
                <a:latin typeface="Times New Roman"/>
                <a:ea typeface="Times New Roman"/>
                <a:cs typeface="Times New Roman"/>
                <a:sym typeface="Times New Roman"/>
              </a:rPr>
              <a:t>Result </a:t>
            </a:r>
            <a:r>
              <a:rPr lang="en-US" sz="3600" b="1">
                <a:solidFill>
                  <a:srgbClr val="242424"/>
                </a:solidFill>
                <a:latin typeface="Times New Roman"/>
                <a:ea typeface="Times New Roman"/>
                <a:cs typeface="Times New Roman"/>
                <a:sym typeface="Times New Roman"/>
              </a:rPr>
              <a:t>(Photo / Audio-Visual / Video Results):</a:t>
            </a:r>
            <a:endParaRPr sz="3600" b="1"/>
          </a:p>
        </p:txBody>
      </p:sp>
      <p:sp>
        <p:nvSpPr>
          <p:cNvPr id="235" name="Google Shape;235;p29"/>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300"/>
              <a:buNone/>
            </a:pPr>
            <a:fld id="{00000000-1234-1234-1234-123412341234}" type="slidenum">
              <a:rPr lang="en-US"/>
              <a:t>16</a:t>
            </a:fld>
            <a:endParaRPr sz="1800">
              <a:latin typeface="Calibri"/>
              <a:ea typeface="Calibri"/>
              <a:cs typeface="Calibri"/>
              <a:sym typeface="Calibri"/>
            </a:endParaRPr>
          </a:p>
        </p:txBody>
      </p:sp>
      <p:pic>
        <p:nvPicPr>
          <p:cNvPr id="3" name="Picture 2">
            <a:extLst>
              <a:ext uri="{FF2B5EF4-FFF2-40B4-BE49-F238E27FC236}">
                <a16:creationId xmlns:a16="http://schemas.microsoft.com/office/drawing/2014/main" id="{5145992F-EEEE-9EA5-A1C5-816ACF535BD3}"/>
              </a:ext>
            </a:extLst>
          </p:cNvPr>
          <p:cNvPicPr>
            <a:picLocks noChangeAspect="1"/>
          </p:cNvPicPr>
          <p:nvPr/>
        </p:nvPicPr>
        <p:blipFill>
          <a:blip r:embed="rId3"/>
          <a:stretch>
            <a:fillRect/>
          </a:stretch>
        </p:blipFill>
        <p:spPr>
          <a:xfrm>
            <a:off x="502920" y="1272209"/>
            <a:ext cx="4327249" cy="2737835"/>
          </a:xfrm>
          <a:prstGeom prst="rect">
            <a:avLst/>
          </a:prstGeom>
        </p:spPr>
      </p:pic>
      <p:pic>
        <p:nvPicPr>
          <p:cNvPr id="5" name="Picture 4">
            <a:extLst>
              <a:ext uri="{FF2B5EF4-FFF2-40B4-BE49-F238E27FC236}">
                <a16:creationId xmlns:a16="http://schemas.microsoft.com/office/drawing/2014/main" id="{C640DCFA-0AA2-D8CE-2F3F-C61A85332D47}"/>
              </a:ext>
            </a:extLst>
          </p:cNvPr>
          <p:cNvPicPr>
            <a:picLocks noChangeAspect="1"/>
          </p:cNvPicPr>
          <p:nvPr/>
        </p:nvPicPr>
        <p:blipFill>
          <a:blip r:embed="rId4"/>
          <a:stretch>
            <a:fillRect/>
          </a:stretch>
        </p:blipFill>
        <p:spPr>
          <a:xfrm>
            <a:off x="5228231" y="2819846"/>
            <a:ext cx="4327249" cy="2741974"/>
          </a:xfrm>
          <a:prstGeom prst="rect">
            <a:avLst/>
          </a:prstGeom>
        </p:spPr>
      </p:pic>
      <p:pic>
        <p:nvPicPr>
          <p:cNvPr id="7" name="Picture 6">
            <a:extLst>
              <a:ext uri="{FF2B5EF4-FFF2-40B4-BE49-F238E27FC236}">
                <a16:creationId xmlns:a16="http://schemas.microsoft.com/office/drawing/2014/main" id="{54CA363C-0D1A-F5C9-9838-38AB33D9020D}"/>
              </a:ext>
            </a:extLst>
          </p:cNvPr>
          <p:cNvPicPr>
            <a:picLocks noChangeAspect="1"/>
          </p:cNvPicPr>
          <p:nvPr/>
        </p:nvPicPr>
        <p:blipFill>
          <a:blip r:embed="rId5"/>
          <a:stretch>
            <a:fillRect/>
          </a:stretch>
        </p:blipFill>
        <p:spPr>
          <a:xfrm>
            <a:off x="502920" y="4486359"/>
            <a:ext cx="4327249" cy="2741973"/>
          </a:xfrm>
          <a:prstGeom prst="rect">
            <a:avLst/>
          </a:prstGeom>
        </p:spPr>
      </p:pic>
      <p:sp>
        <p:nvSpPr>
          <p:cNvPr id="8" name="Google Shape;127;p16">
            <a:extLst>
              <a:ext uri="{FF2B5EF4-FFF2-40B4-BE49-F238E27FC236}">
                <a16:creationId xmlns:a16="http://schemas.microsoft.com/office/drawing/2014/main" id="{8B5438C3-A124-84BD-1579-ABAC66C152E2}"/>
              </a:ext>
            </a:extLst>
          </p:cNvPr>
          <p:cNvSpPr txBox="1">
            <a:spLocks noGrp="1"/>
          </p:cNvSpPr>
          <p:nvPr>
            <p:ph type="ftr" idx="11"/>
          </p:nvPr>
        </p:nvSpPr>
        <p:spPr>
          <a:xfrm>
            <a:off x="393084" y="7207375"/>
            <a:ext cx="2723495" cy="184666"/>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Automation in MPU Sensor Testing</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30"/>
          <p:cNvSpPr txBox="1">
            <a:spLocks noGrp="1"/>
          </p:cNvSpPr>
          <p:nvPr>
            <p:ph type="ctrTitle"/>
          </p:nvPr>
        </p:nvSpPr>
        <p:spPr>
          <a:xfrm>
            <a:off x="582930" y="537782"/>
            <a:ext cx="8549640" cy="692497"/>
          </a:xfrm>
          <a:prstGeom prst="rect">
            <a:avLst/>
          </a:prstGeom>
          <a:noFill/>
          <a:ln>
            <a:noFill/>
          </a:ln>
        </p:spPr>
        <p:txBody>
          <a:bodyPr spcFirstLastPara="1" wrap="square" lIns="0" tIns="0" rIns="0" bIns="0" anchor="t" anchorCtr="0">
            <a:spAutoFit/>
          </a:bodyPr>
          <a:lstStyle/>
          <a:p>
            <a:pPr marL="12700" lvl="0" indent="-12700" algn="just" rtl="0">
              <a:spcBef>
                <a:spcPts val="600"/>
              </a:spcBef>
              <a:spcAft>
                <a:spcPts val="0"/>
              </a:spcAft>
              <a:buClr>
                <a:srgbClr val="2CA1BE"/>
              </a:buClr>
              <a:buSzPts val="1900"/>
              <a:buNone/>
            </a:pPr>
            <a:r>
              <a:rPr lang="en-US" sz="4000" b="1">
                <a:solidFill>
                  <a:srgbClr val="242424"/>
                </a:solidFill>
                <a:latin typeface="Times New Roman"/>
                <a:ea typeface="Times New Roman"/>
                <a:cs typeface="Times New Roman"/>
                <a:sym typeface="Times New Roman"/>
              </a:rPr>
              <a:t>Applications:</a:t>
            </a:r>
            <a:endParaRPr sz="4000" b="1">
              <a:solidFill>
                <a:schemeClr val="dk1"/>
              </a:solidFill>
              <a:latin typeface="Times New Roman"/>
              <a:ea typeface="Times New Roman"/>
              <a:cs typeface="Times New Roman"/>
              <a:sym typeface="Times New Roman"/>
            </a:endParaRPr>
          </a:p>
        </p:txBody>
      </p:sp>
      <p:sp>
        <p:nvSpPr>
          <p:cNvPr id="243" name="Google Shape;243;p30"/>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300"/>
              <a:buNone/>
            </a:pPr>
            <a:fld id="{00000000-1234-1234-1234-123412341234}" type="slidenum">
              <a:rPr lang="en-US"/>
              <a:t>17</a:t>
            </a:fld>
            <a:endParaRPr sz="1800">
              <a:latin typeface="Calibri"/>
              <a:ea typeface="Calibri"/>
              <a:cs typeface="Calibri"/>
              <a:sym typeface="Calibri"/>
            </a:endParaRPr>
          </a:p>
        </p:txBody>
      </p:sp>
      <p:sp>
        <p:nvSpPr>
          <p:cNvPr id="2" name="Rectangle 1">
            <a:extLst>
              <a:ext uri="{FF2B5EF4-FFF2-40B4-BE49-F238E27FC236}">
                <a16:creationId xmlns:a16="http://schemas.microsoft.com/office/drawing/2014/main" id="{3F9AE060-E371-22CC-F4D3-638751B6F704}"/>
              </a:ext>
            </a:extLst>
          </p:cNvPr>
          <p:cNvSpPr>
            <a:spLocks noChangeArrowheads="1"/>
          </p:cNvSpPr>
          <p:nvPr/>
        </p:nvSpPr>
        <p:spPr bwMode="auto">
          <a:xfrm>
            <a:off x="466535" y="1732979"/>
            <a:ext cx="8782429"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a:buFont typeface="Symbol" panose="05050102010706020507" pitchFamily="18" charset="2"/>
              <a:buChar char=""/>
            </a:pPr>
            <a:r>
              <a:rPr lang="en-US" sz="2200" dirty="0">
                <a:effectLst/>
                <a:latin typeface="Times New Roman" panose="02020603050405020304" pitchFamily="18" charset="0"/>
                <a:ea typeface="Times New Roman" panose="02020603050405020304" pitchFamily="18" charset="0"/>
              </a:rPr>
              <a:t>The magnetic pick-up sensor system is vital in automotive and industrial domains, especially in diesel engines and Anti-lock Braking Systems (ABS).</a:t>
            </a:r>
            <a:endParaRPr lang="en-IN" sz="2200" dirty="0">
              <a:effectLst/>
              <a:latin typeface="Times New Roman" panose="02020603050405020304" pitchFamily="18" charset="0"/>
              <a:ea typeface="Times New Roman" panose="02020603050405020304" pitchFamily="18" charset="0"/>
            </a:endParaRPr>
          </a:p>
          <a:p>
            <a:pPr marL="342900" lvl="0" indent="-342900" algn="just">
              <a:buFont typeface="Symbol" panose="05050102010706020507" pitchFamily="18" charset="2"/>
              <a:buChar char=""/>
            </a:pPr>
            <a:r>
              <a:rPr lang="en-US" sz="2200" dirty="0">
                <a:effectLst/>
                <a:latin typeface="Times New Roman" panose="02020603050405020304" pitchFamily="18" charset="0"/>
                <a:ea typeface="Times New Roman" panose="02020603050405020304" pitchFamily="18" charset="0"/>
              </a:rPr>
              <a:t>Diesel Engines:</a:t>
            </a:r>
            <a:endParaRPr lang="en-IN" sz="2200" dirty="0">
              <a:effectLst/>
              <a:latin typeface="Times New Roman" panose="02020603050405020304" pitchFamily="18" charset="0"/>
              <a:ea typeface="Times New Roman" panose="02020603050405020304" pitchFamily="18" charset="0"/>
            </a:endParaRPr>
          </a:p>
          <a:p>
            <a:pPr marL="342900" lvl="0" indent="-342900" algn="just">
              <a:buFont typeface="Symbol" panose="05050102010706020507" pitchFamily="18" charset="2"/>
              <a:buChar char=""/>
            </a:pPr>
            <a:r>
              <a:rPr lang="en-US" sz="2200" dirty="0">
                <a:effectLst/>
                <a:latin typeface="Times New Roman" panose="02020603050405020304" pitchFamily="18" charset="0"/>
                <a:ea typeface="Times New Roman" panose="02020603050405020304" pitchFamily="18" charset="0"/>
              </a:rPr>
              <a:t>It senses crankshaft and camshaft positions, optimizing fuel injection and ignition timing.</a:t>
            </a:r>
            <a:endParaRPr lang="en-IN" sz="2200" dirty="0">
              <a:effectLst/>
              <a:latin typeface="Times New Roman" panose="02020603050405020304" pitchFamily="18" charset="0"/>
              <a:ea typeface="Times New Roman" panose="02020603050405020304" pitchFamily="18" charset="0"/>
            </a:endParaRPr>
          </a:p>
          <a:p>
            <a:pPr marL="342900" lvl="0" indent="-342900" algn="just">
              <a:buFont typeface="Symbol" panose="05050102010706020507" pitchFamily="18" charset="2"/>
              <a:buChar char=""/>
            </a:pPr>
            <a:r>
              <a:rPr lang="en-US" sz="2200" dirty="0">
                <a:effectLst/>
                <a:latin typeface="Times New Roman" panose="02020603050405020304" pitchFamily="18" charset="0"/>
                <a:ea typeface="Times New Roman" panose="02020603050405020304" pitchFamily="18" charset="0"/>
              </a:rPr>
              <a:t>Enables accurate engine speed measurement for improved fuel efficiency and emissions control.</a:t>
            </a:r>
            <a:endParaRPr lang="en-IN" sz="2200" dirty="0">
              <a:effectLst/>
              <a:latin typeface="Times New Roman" panose="02020603050405020304" pitchFamily="18" charset="0"/>
              <a:ea typeface="Times New Roman" panose="02020603050405020304" pitchFamily="18" charset="0"/>
            </a:endParaRPr>
          </a:p>
          <a:p>
            <a:pPr marL="342900" lvl="0" indent="-342900" algn="just">
              <a:buFont typeface="Symbol" panose="05050102010706020507" pitchFamily="18" charset="2"/>
              <a:buChar char=""/>
            </a:pPr>
            <a:r>
              <a:rPr lang="en-US" sz="2200" dirty="0">
                <a:effectLst/>
                <a:latin typeface="Times New Roman" panose="02020603050405020304" pitchFamily="18" charset="0"/>
                <a:ea typeface="Times New Roman" panose="02020603050405020304" pitchFamily="18" charset="0"/>
              </a:rPr>
              <a:t>Anti-lock Braking Systems (ABS):</a:t>
            </a:r>
            <a:endParaRPr lang="en-IN" sz="2200" dirty="0">
              <a:effectLst/>
              <a:latin typeface="Times New Roman" panose="02020603050405020304" pitchFamily="18" charset="0"/>
              <a:ea typeface="Times New Roman" panose="02020603050405020304" pitchFamily="18" charset="0"/>
            </a:endParaRPr>
          </a:p>
          <a:p>
            <a:pPr marL="342900" lvl="0" indent="-342900" algn="just">
              <a:buFont typeface="Symbol" panose="05050102010706020507" pitchFamily="18" charset="2"/>
              <a:buChar char=""/>
            </a:pPr>
            <a:r>
              <a:rPr lang="en-US" sz="2200" dirty="0">
                <a:effectLst/>
                <a:latin typeface="Times New Roman" panose="02020603050405020304" pitchFamily="18" charset="0"/>
                <a:ea typeface="Times New Roman" panose="02020603050405020304" pitchFamily="18" charset="0"/>
              </a:rPr>
              <a:t>Detects wheel speeds, allowing ABS to prevent wheel lock-up during braking.</a:t>
            </a:r>
            <a:endParaRPr lang="en-IN" sz="2200" dirty="0">
              <a:effectLst/>
              <a:latin typeface="Times New Roman" panose="02020603050405020304" pitchFamily="18" charset="0"/>
              <a:ea typeface="Times New Roman" panose="02020603050405020304" pitchFamily="18" charset="0"/>
            </a:endParaRPr>
          </a:p>
          <a:p>
            <a:pPr marL="342900" lvl="0" indent="-342900" algn="just">
              <a:buFont typeface="Symbol" panose="05050102010706020507" pitchFamily="18" charset="2"/>
              <a:buChar char=""/>
            </a:pPr>
            <a:r>
              <a:rPr lang="en-US" sz="2200" dirty="0">
                <a:effectLst/>
                <a:latin typeface="Times New Roman" panose="02020603050405020304" pitchFamily="18" charset="0"/>
                <a:ea typeface="Times New Roman" panose="02020603050405020304" pitchFamily="18" charset="0"/>
              </a:rPr>
              <a:t>Assists in traction control and vehicle stability enhancement for safer driving on various road surfaces.</a:t>
            </a:r>
            <a:endParaRPr lang="en-IN" sz="2200" dirty="0">
              <a:effectLst/>
              <a:latin typeface="Times New Roman" panose="02020603050405020304" pitchFamily="18" charset="0"/>
              <a:ea typeface="Times New Roman" panose="02020603050405020304" pitchFamily="18" charset="0"/>
            </a:endParaRPr>
          </a:p>
        </p:txBody>
      </p:sp>
      <p:sp>
        <p:nvSpPr>
          <p:cNvPr id="3" name="Google Shape;127;p16">
            <a:extLst>
              <a:ext uri="{FF2B5EF4-FFF2-40B4-BE49-F238E27FC236}">
                <a16:creationId xmlns:a16="http://schemas.microsoft.com/office/drawing/2014/main" id="{84E8657E-9803-1DEB-505A-EA324808A37F}"/>
              </a:ext>
            </a:extLst>
          </p:cNvPr>
          <p:cNvSpPr txBox="1">
            <a:spLocks noGrp="1"/>
          </p:cNvSpPr>
          <p:nvPr>
            <p:ph type="ftr" idx="11"/>
          </p:nvPr>
        </p:nvSpPr>
        <p:spPr>
          <a:xfrm>
            <a:off x="393084" y="7207375"/>
            <a:ext cx="2723495" cy="184666"/>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Automation in MPU Sensor Testing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1"/>
          <p:cNvSpPr txBox="1">
            <a:spLocks noGrp="1"/>
          </p:cNvSpPr>
          <p:nvPr>
            <p:ph type="ctrTitle"/>
          </p:nvPr>
        </p:nvSpPr>
        <p:spPr>
          <a:xfrm>
            <a:off x="482918" y="523494"/>
            <a:ext cx="8549640" cy="1046440"/>
          </a:xfrm>
          <a:prstGeom prst="rect">
            <a:avLst/>
          </a:prstGeom>
          <a:noFill/>
          <a:ln>
            <a:noFill/>
          </a:ln>
        </p:spPr>
        <p:txBody>
          <a:bodyPr spcFirstLastPara="1" wrap="square" lIns="0" tIns="0" rIns="0" bIns="0" anchor="t" anchorCtr="0">
            <a:spAutoFit/>
          </a:bodyPr>
          <a:lstStyle/>
          <a:p>
            <a:pPr marL="356589" lvl="0" indent="-356589" algn="l" rtl="0">
              <a:spcBef>
                <a:spcPts val="0"/>
              </a:spcBef>
              <a:spcAft>
                <a:spcPts val="0"/>
              </a:spcAft>
              <a:buSzPts val="1400"/>
              <a:buNone/>
            </a:pPr>
            <a:r>
              <a:rPr lang="en-US" sz="4400" b="1" dirty="0">
                <a:solidFill>
                  <a:srgbClr val="242424"/>
                </a:solidFill>
                <a:latin typeface="Times New Roman"/>
                <a:ea typeface="Times New Roman"/>
                <a:cs typeface="Times New Roman"/>
                <a:sym typeface="Times New Roman"/>
              </a:rPr>
              <a:t>Future Scope:</a:t>
            </a:r>
            <a:br>
              <a:rPr lang="en-US" sz="2400" dirty="0">
                <a:solidFill>
                  <a:schemeClr val="dk1"/>
                </a:solidFill>
                <a:latin typeface="Times New Roman"/>
                <a:ea typeface="Times New Roman"/>
                <a:cs typeface="Times New Roman"/>
                <a:sym typeface="Times New Roman"/>
              </a:rPr>
            </a:br>
            <a:endParaRPr sz="2400" dirty="0"/>
          </a:p>
        </p:txBody>
      </p:sp>
      <p:sp>
        <p:nvSpPr>
          <p:cNvPr id="251" name="Google Shape;251;p31"/>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300"/>
              <a:buNone/>
            </a:pPr>
            <a:fld id="{00000000-1234-1234-1234-123412341234}" type="slidenum">
              <a:rPr lang="en-US"/>
              <a:t>18</a:t>
            </a:fld>
            <a:endParaRPr sz="1800">
              <a:latin typeface="Calibri"/>
              <a:ea typeface="Calibri"/>
              <a:cs typeface="Calibri"/>
              <a:sym typeface="Calibri"/>
            </a:endParaRPr>
          </a:p>
        </p:txBody>
      </p:sp>
      <p:sp>
        <p:nvSpPr>
          <p:cNvPr id="5" name="Rectangle 2">
            <a:extLst>
              <a:ext uri="{FF2B5EF4-FFF2-40B4-BE49-F238E27FC236}">
                <a16:creationId xmlns:a16="http://schemas.microsoft.com/office/drawing/2014/main" id="{EB0B9F3A-D020-2F70-E8CC-8F9F411D1B22}"/>
              </a:ext>
            </a:extLst>
          </p:cNvPr>
          <p:cNvSpPr>
            <a:spLocks noChangeArrowheads="1"/>
          </p:cNvSpPr>
          <p:nvPr/>
        </p:nvSpPr>
        <p:spPr bwMode="auto">
          <a:xfrm>
            <a:off x="502920" y="1569934"/>
            <a:ext cx="9114183"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Integration with IoT</a:t>
            </a:r>
            <a:r>
              <a:rPr kumimoji="0" lang="en-US" altLang="en-US" sz="2200" b="0" i="0" u="none" strike="noStrike" cap="none" normalizeH="0" baseline="0" dirty="0">
                <a:ln>
                  <a:noFill/>
                </a:ln>
                <a:solidFill>
                  <a:schemeClr val="tx1"/>
                </a:solidFill>
                <a:effectLst/>
                <a:latin typeface="Arial" panose="020B0604020202020204" pitchFamily="34" charset="0"/>
              </a:rPr>
              <a:t>: Expanding the system to send data remotely for real-time monitoring and cloud-based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Advanced Data Analytics</a:t>
            </a:r>
            <a:r>
              <a:rPr kumimoji="0" lang="en-US" altLang="en-US" sz="2200" b="0" i="0" u="none" strike="noStrike" cap="none" normalizeH="0" baseline="0" dirty="0">
                <a:ln>
                  <a:noFill/>
                </a:ln>
                <a:solidFill>
                  <a:schemeClr val="tx1"/>
                </a:solidFill>
                <a:effectLst/>
                <a:latin typeface="Arial" panose="020B0604020202020204" pitchFamily="34" charset="0"/>
              </a:rPr>
              <a:t>: Implementing machine learning algorithms to predict sensor behavior and detect anomalies for predictive maintenance.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Scalability</a:t>
            </a:r>
            <a:r>
              <a:rPr kumimoji="0" lang="en-US" altLang="en-US" sz="2200" b="0" i="0" u="none" strike="noStrike" cap="none" normalizeH="0" baseline="0" dirty="0">
                <a:ln>
                  <a:noFill/>
                </a:ln>
                <a:solidFill>
                  <a:schemeClr val="tx1"/>
                </a:solidFill>
                <a:effectLst/>
                <a:latin typeface="Arial" panose="020B0604020202020204" pitchFamily="34" charset="0"/>
              </a:rPr>
              <a:t>: Adapting the system to test a wider range of sensors and resistive elements with higher precision.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Wireless Testing</a:t>
            </a:r>
            <a:r>
              <a:rPr kumimoji="0" lang="en-US" altLang="en-US" sz="2200" b="0" i="0" u="none" strike="noStrike" cap="none" normalizeH="0" baseline="0" dirty="0">
                <a:ln>
                  <a:noFill/>
                </a:ln>
                <a:solidFill>
                  <a:schemeClr val="tx1"/>
                </a:solidFill>
                <a:effectLst/>
                <a:latin typeface="Arial" panose="020B0604020202020204" pitchFamily="34" charset="0"/>
              </a:rPr>
              <a:t>: Introducing wireless communication modules to make testing more flexible and accessible in remote environments.</a:t>
            </a:r>
          </a:p>
        </p:txBody>
      </p:sp>
      <p:sp>
        <p:nvSpPr>
          <p:cNvPr id="6" name="Google Shape;127;p16">
            <a:extLst>
              <a:ext uri="{FF2B5EF4-FFF2-40B4-BE49-F238E27FC236}">
                <a16:creationId xmlns:a16="http://schemas.microsoft.com/office/drawing/2014/main" id="{BDAD68E7-D965-FA9F-EA3F-22CEB8AEC896}"/>
              </a:ext>
            </a:extLst>
          </p:cNvPr>
          <p:cNvSpPr txBox="1">
            <a:spLocks noGrp="1"/>
          </p:cNvSpPr>
          <p:nvPr>
            <p:ph type="ftr" idx="11"/>
          </p:nvPr>
        </p:nvSpPr>
        <p:spPr>
          <a:xfrm>
            <a:off x="393084" y="7207375"/>
            <a:ext cx="2723495" cy="184666"/>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Automation in MPU Sensor Testing</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32"/>
          <p:cNvSpPr txBox="1">
            <a:spLocks noGrp="1"/>
          </p:cNvSpPr>
          <p:nvPr>
            <p:ph type="ctrTitle"/>
          </p:nvPr>
        </p:nvSpPr>
        <p:spPr>
          <a:xfrm>
            <a:off x="440055" y="509207"/>
            <a:ext cx="8549640" cy="1046440"/>
          </a:xfrm>
          <a:prstGeom prst="rect">
            <a:avLst/>
          </a:prstGeom>
          <a:noFill/>
          <a:ln>
            <a:noFill/>
          </a:ln>
        </p:spPr>
        <p:txBody>
          <a:bodyPr spcFirstLastPara="1" wrap="square" lIns="0" tIns="0" rIns="0" bIns="0" anchor="t" anchorCtr="0">
            <a:spAutoFit/>
          </a:bodyPr>
          <a:lstStyle/>
          <a:p>
            <a:pPr marL="356589" lvl="0" indent="-356589" algn="l" rtl="0">
              <a:spcBef>
                <a:spcPts val="0"/>
              </a:spcBef>
              <a:spcAft>
                <a:spcPts val="0"/>
              </a:spcAft>
              <a:buSzPts val="1400"/>
              <a:buNone/>
            </a:pPr>
            <a:r>
              <a:rPr lang="en-US" sz="4400" b="1">
                <a:solidFill>
                  <a:srgbClr val="242424"/>
                </a:solidFill>
                <a:latin typeface="Times New Roman"/>
                <a:ea typeface="Times New Roman"/>
                <a:cs typeface="Times New Roman"/>
                <a:sym typeface="Times New Roman"/>
              </a:rPr>
              <a:t>Conclusion:</a:t>
            </a:r>
            <a:br>
              <a:rPr lang="en-US" sz="2400">
                <a:solidFill>
                  <a:schemeClr val="dk1"/>
                </a:solidFill>
                <a:latin typeface="Times New Roman"/>
                <a:ea typeface="Times New Roman"/>
                <a:cs typeface="Times New Roman"/>
                <a:sym typeface="Times New Roman"/>
              </a:rPr>
            </a:br>
            <a:endParaRPr sz="2400"/>
          </a:p>
        </p:txBody>
      </p:sp>
      <p:sp>
        <p:nvSpPr>
          <p:cNvPr id="259" name="Google Shape;259;p32"/>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300"/>
              <a:buNone/>
            </a:pPr>
            <a:fld id="{00000000-1234-1234-1234-123412341234}" type="slidenum">
              <a:rPr lang="en-US"/>
              <a:t>19</a:t>
            </a:fld>
            <a:endParaRPr sz="1800">
              <a:latin typeface="Calibri"/>
              <a:ea typeface="Calibri"/>
              <a:cs typeface="Calibri"/>
              <a:sym typeface="Calibri"/>
            </a:endParaRPr>
          </a:p>
        </p:txBody>
      </p:sp>
      <p:sp>
        <p:nvSpPr>
          <p:cNvPr id="2" name="Rectangle 2">
            <a:extLst>
              <a:ext uri="{FF2B5EF4-FFF2-40B4-BE49-F238E27FC236}">
                <a16:creationId xmlns:a16="http://schemas.microsoft.com/office/drawing/2014/main" id="{2E7619D3-5FEA-A87D-6036-07B17C4B97F1}"/>
              </a:ext>
            </a:extLst>
          </p:cNvPr>
          <p:cNvSpPr>
            <a:spLocks noChangeArrowheads="1"/>
          </p:cNvSpPr>
          <p:nvPr/>
        </p:nvSpPr>
        <p:spPr bwMode="auto">
          <a:xfrm>
            <a:off x="502920" y="1400657"/>
            <a:ext cx="9114183"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200" dirty="0"/>
              <a:t>In conclusion, the Magnetic Pick-up Sensor project has made significant advancements in sensor technology, particularly for automotive and industrial applications. The project has developed a highly reliable and versatile sensor system, improving operational efficiency and safety by accurately detecting magnetic fields. Key areas for future enhancement include data analytics, wireless connectivity, and multi-sensor integration, which could further boost its performance. This project marks a valuable contribution to sensor technology, with the potential to drive innovation and improvements in engineering systems, ensuring enhanced reliability and safety in the future.</a:t>
            </a:r>
          </a:p>
        </p:txBody>
      </p:sp>
      <p:sp>
        <p:nvSpPr>
          <p:cNvPr id="4" name="Google Shape;127;p16">
            <a:extLst>
              <a:ext uri="{FF2B5EF4-FFF2-40B4-BE49-F238E27FC236}">
                <a16:creationId xmlns:a16="http://schemas.microsoft.com/office/drawing/2014/main" id="{78265CB5-E7FA-386F-B7F6-78AE0A88BD41}"/>
              </a:ext>
            </a:extLst>
          </p:cNvPr>
          <p:cNvSpPr txBox="1">
            <a:spLocks noGrp="1"/>
          </p:cNvSpPr>
          <p:nvPr>
            <p:ph type="ftr" idx="11"/>
          </p:nvPr>
        </p:nvSpPr>
        <p:spPr>
          <a:xfrm>
            <a:off x="393084" y="7207375"/>
            <a:ext cx="2723495" cy="184666"/>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Automation in MPU Sensor Testing</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3"/>
          <p:cNvSpPr txBox="1">
            <a:spLocks noGrp="1"/>
          </p:cNvSpPr>
          <p:nvPr>
            <p:ph type="ctrTitle"/>
          </p:nvPr>
        </p:nvSpPr>
        <p:spPr>
          <a:xfrm>
            <a:off x="472108" y="0"/>
            <a:ext cx="8549640" cy="1661993"/>
          </a:xfrm>
          <a:prstGeom prst="rect">
            <a:avLst/>
          </a:prstGeom>
          <a:noFill/>
          <a:ln>
            <a:noFill/>
          </a:ln>
        </p:spPr>
        <p:txBody>
          <a:bodyPr spcFirstLastPara="1" wrap="square" lIns="0" tIns="0" rIns="0" bIns="0" anchor="t" anchorCtr="0">
            <a:spAutoFit/>
          </a:bodyPr>
          <a:lstStyle/>
          <a:p>
            <a:pPr marL="356589" lvl="0" indent="-356589" algn="l" rtl="0">
              <a:spcBef>
                <a:spcPts val="0"/>
              </a:spcBef>
              <a:spcAft>
                <a:spcPts val="0"/>
              </a:spcAft>
              <a:buSzPts val="1400"/>
              <a:buNone/>
            </a:pPr>
            <a:r>
              <a:rPr lang="en-US" sz="4800" b="1" dirty="0">
                <a:solidFill>
                  <a:srgbClr val="242424"/>
                </a:solidFill>
                <a:latin typeface="Times New Roman"/>
                <a:ea typeface="Times New Roman"/>
                <a:cs typeface="Times New Roman"/>
                <a:sym typeface="Times New Roman"/>
              </a:rPr>
              <a:t>References</a:t>
            </a:r>
            <a:r>
              <a:rPr lang="en-US" sz="3200" dirty="0">
                <a:solidFill>
                  <a:srgbClr val="242424"/>
                </a:solidFill>
                <a:latin typeface="Times New Roman"/>
                <a:ea typeface="Times New Roman"/>
                <a:cs typeface="Times New Roman"/>
                <a:sym typeface="Times New Roman"/>
              </a:rPr>
              <a:t>:</a:t>
            </a:r>
            <a:br>
              <a:rPr lang="en-US" sz="3200" dirty="0">
                <a:solidFill>
                  <a:schemeClr val="dk1"/>
                </a:solidFill>
                <a:latin typeface="Times New Roman"/>
                <a:ea typeface="Times New Roman"/>
                <a:cs typeface="Times New Roman"/>
                <a:sym typeface="Times New Roman"/>
              </a:rPr>
            </a:br>
            <a:endParaRPr sz="6000" dirty="0"/>
          </a:p>
        </p:txBody>
      </p:sp>
      <p:sp>
        <p:nvSpPr>
          <p:cNvPr id="267" name="Google Shape;267;p33"/>
          <p:cNvSpPr txBox="1">
            <a:spLocks noGrp="1"/>
          </p:cNvSpPr>
          <p:nvPr>
            <p:ph type="sldNum" idx="12"/>
          </p:nvPr>
        </p:nvSpPr>
        <p:spPr>
          <a:xfrm>
            <a:off x="7242048" y="7228332"/>
            <a:ext cx="2313432" cy="38862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300"/>
              <a:buNone/>
            </a:pPr>
            <a:fld id="{00000000-1234-1234-1234-123412341234}" type="slidenum">
              <a:rPr lang="en-US"/>
              <a:t>20</a:t>
            </a:fld>
            <a:endParaRPr sz="1800">
              <a:latin typeface="Calibri"/>
              <a:ea typeface="Calibri"/>
              <a:cs typeface="Calibri"/>
              <a:sym typeface="Calibri"/>
            </a:endParaRPr>
          </a:p>
        </p:txBody>
      </p:sp>
      <p:sp>
        <p:nvSpPr>
          <p:cNvPr id="2" name="Google Shape;127;p16">
            <a:extLst>
              <a:ext uri="{FF2B5EF4-FFF2-40B4-BE49-F238E27FC236}">
                <a16:creationId xmlns:a16="http://schemas.microsoft.com/office/drawing/2014/main" id="{5E2FCF09-6DEB-1AD1-FF63-863EBAB7FEBD}"/>
              </a:ext>
            </a:extLst>
          </p:cNvPr>
          <p:cNvSpPr txBox="1">
            <a:spLocks noGrp="1"/>
          </p:cNvSpPr>
          <p:nvPr>
            <p:ph type="ftr" idx="11"/>
          </p:nvPr>
        </p:nvSpPr>
        <p:spPr>
          <a:xfrm>
            <a:off x="393084" y="7207375"/>
            <a:ext cx="2723495" cy="184666"/>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Automation in MPU Sensor Testing</a:t>
            </a:r>
            <a:endParaRPr/>
          </a:p>
        </p:txBody>
      </p:sp>
      <p:sp>
        <p:nvSpPr>
          <p:cNvPr id="3" name="Rectangle 2">
            <a:extLst>
              <a:ext uri="{FF2B5EF4-FFF2-40B4-BE49-F238E27FC236}">
                <a16:creationId xmlns:a16="http://schemas.microsoft.com/office/drawing/2014/main" id="{0A1B6B17-1868-2725-67D3-19B3914FCE4A}"/>
              </a:ext>
            </a:extLst>
          </p:cNvPr>
          <p:cNvSpPr>
            <a:spLocks noChangeArrowheads="1"/>
          </p:cNvSpPr>
          <p:nvPr/>
        </p:nvSpPr>
        <p:spPr bwMode="auto">
          <a:xfrm>
            <a:off x="472108" y="695774"/>
            <a:ext cx="9114183" cy="6532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buNone/>
            </a:pPr>
            <a:r>
              <a:rPr lang="en-US" sz="1350" b="1" dirty="0">
                <a:solidFill>
                  <a:srgbClr val="000000"/>
                </a:solidFill>
                <a:effectLst/>
                <a:latin typeface="Times New Roman" panose="02020603050405020304" pitchFamily="18" charset="0"/>
                <a:ea typeface="Times New Roman" panose="02020603050405020304" pitchFamily="18" charset="0"/>
              </a:rPr>
              <a:t>[1] </a:t>
            </a:r>
            <a:r>
              <a:rPr lang="en-US" sz="1350" dirty="0">
                <a:solidFill>
                  <a:srgbClr val="000000"/>
                </a:solidFill>
                <a:effectLst/>
                <a:latin typeface="Times New Roman" panose="02020603050405020304" pitchFamily="18" charset="0"/>
                <a:ea typeface="Times New Roman" panose="02020603050405020304" pitchFamily="18" charset="0"/>
              </a:rPr>
              <a:t>Ömer ERKAN, Gülay GÜLMEZ, Enis TURHAN and Cem HAYIRLI presented an Active Guarded Wheatstone Bridge for High Resistance Measurements, TÜBTAK </a:t>
            </a:r>
            <a:r>
              <a:rPr lang="en-US" sz="1350" dirty="0" err="1">
                <a:solidFill>
                  <a:srgbClr val="000000"/>
                </a:solidFill>
                <a:effectLst/>
                <a:latin typeface="Times New Roman" panose="02020603050405020304" pitchFamily="18" charset="0"/>
                <a:ea typeface="Times New Roman" panose="02020603050405020304" pitchFamily="18" charset="0"/>
              </a:rPr>
              <a:t>Ulusal</a:t>
            </a:r>
            <a:r>
              <a:rPr lang="en-US" sz="1350" dirty="0">
                <a:solidFill>
                  <a:srgbClr val="000000"/>
                </a:solidFill>
                <a:effectLst/>
                <a:latin typeface="Times New Roman" panose="02020603050405020304" pitchFamily="18" charset="0"/>
                <a:ea typeface="Times New Roman" panose="02020603050405020304" pitchFamily="18" charset="0"/>
              </a:rPr>
              <a:t> </a:t>
            </a:r>
            <a:r>
              <a:rPr lang="en-US" sz="1350" dirty="0" err="1">
                <a:solidFill>
                  <a:srgbClr val="000000"/>
                </a:solidFill>
                <a:effectLst/>
                <a:latin typeface="Times New Roman" panose="02020603050405020304" pitchFamily="18" charset="0"/>
                <a:ea typeface="Times New Roman" panose="02020603050405020304" pitchFamily="18" charset="0"/>
              </a:rPr>
              <a:t>Metroloji</a:t>
            </a:r>
            <a:r>
              <a:rPr lang="en-US" sz="1350" dirty="0">
                <a:solidFill>
                  <a:srgbClr val="000000"/>
                </a:solidFill>
                <a:effectLst/>
                <a:latin typeface="Times New Roman" panose="02020603050405020304" pitchFamily="18" charset="0"/>
                <a:ea typeface="Times New Roman" panose="02020603050405020304" pitchFamily="18" charset="0"/>
              </a:rPr>
              <a:t> </a:t>
            </a:r>
            <a:r>
              <a:rPr lang="en-US" sz="1350" dirty="0" err="1">
                <a:solidFill>
                  <a:srgbClr val="000000"/>
                </a:solidFill>
                <a:effectLst/>
                <a:latin typeface="Times New Roman" panose="02020603050405020304" pitchFamily="18" charset="0"/>
                <a:ea typeface="Times New Roman" panose="02020603050405020304" pitchFamily="18" charset="0"/>
              </a:rPr>
              <a:t>Enstitüsü</a:t>
            </a:r>
            <a:r>
              <a:rPr lang="en-US" sz="1350" dirty="0">
                <a:solidFill>
                  <a:srgbClr val="000000"/>
                </a:solidFill>
                <a:effectLst/>
                <a:latin typeface="Times New Roman" panose="02020603050405020304" pitchFamily="18" charset="0"/>
                <a:ea typeface="Times New Roman" panose="02020603050405020304" pitchFamily="18" charset="0"/>
              </a:rPr>
              <a:t> (UME), P.K. 54, 41470, </a:t>
            </a:r>
            <a:r>
              <a:rPr lang="en-US" sz="1350" dirty="0" err="1">
                <a:solidFill>
                  <a:srgbClr val="000000"/>
                </a:solidFill>
                <a:effectLst/>
                <a:latin typeface="Times New Roman" panose="02020603050405020304" pitchFamily="18" charset="0"/>
                <a:ea typeface="Times New Roman" panose="02020603050405020304" pitchFamily="18" charset="0"/>
              </a:rPr>
              <a:t>Gebze-Kocaeli</a:t>
            </a:r>
            <a:r>
              <a:rPr lang="en-US" sz="1350" dirty="0">
                <a:solidFill>
                  <a:srgbClr val="000000"/>
                </a:solidFill>
                <a:effectLst/>
                <a:latin typeface="Times New Roman" panose="02020603050405020304" pitchFamily="18" charset="0"/>
                <a:ea typeface="Times New Roman" panose="02020603050405020304" pitchFamily="18" charset="0"/>
              </a:rPr>
              <a:t>, TURKEY, 2018.</a:t>
            </a:r>
            <a:endParaRPr lang="en-IN" sz="1350" dirty="0">
              <a:effectLst/>
              <a:latin typeface="Times New Roman" panose="02020603050405020304" pitchFamily="18" charset="0"/>
              <a:ea typeface="Times New Roman" panose="02020603050405020304" pitchFamily="18" charset="0"/>
            </a:endParaRPr>
          </a:p>
          <a:p>
            <a:pPr algn="just">
              <a:buNone/>
            </a:pPr>
            <a:r>
              <a:rPr lang="en-US" sz="1350" dirty="0">
                <a:solidFill>
                  <a:srgbClr val="000000"/>
                </a:solidFill>
                <a:effectLst/>
                <a:latin typeface="Times New Roman" panose="02020603050405020304" pitchFamily="18" charset="0"/>
                <a:ea typeface="Times New Roman" panose="02020603050405020304" pitchFamily="18" charset="0"/>
              </a:rPr>
              <a:t> </a:t>
            </a:r>
            <a:endParaRPr lang="en-IN" sz="1350" dirty="0">
              <a:effectLst/>
              <a:latin typeface="Times New Roman" panose="02020603050405020304" pitchFamily="18" charset="0"/>
              <a:ea typeface="Times New Roman" panose="02020603050405020304" pitchFamily="18" charset="0"/>
            </a:endParaRPr>
          </a:p>
          <a:p>
            <a:pPr algn="just">
              <a:buNone/>
            </a:pPr>
            <a:r>
              <a:rPr lang="en-US" sz="1350" b="1" dirty="0">
                <a:solidFill>
                  <a:srgbClr val="000000"/>
                </a:solidFill>
                <a:effectLst/>
                <a:latin typeface="Times New Roman" panose="02020603050405020304" pitchFamily="18" charset="0"/>
                <a:ea typeface="Times New Roman" panose="02020603050405020304" pitchFamily="18" charset="0"/>
              </a:rPr>
              <a:t>[2] </a:t>
            </a:r>
            <a:r>
              <a:rPr lang="en-US" sz="1350" dirty="0" err="1">
                <a:solidFill>
                  <a:srgbClr val="000000"/>
                </a:solidFill>
                <a:effectLst/>
                <a:latin typeface="Times New Roman" panose="02020603050405020304" pitchFamily="18" charset="0"/>
                <a:ea typeface="Times New Roman" panose="02020603050405020304" pitchFamily="18" charset="0"/>
              </a:rPr>
              <a:t>Shixuan</a:t>
            </a:r>
            <a:r>
              <a:rPr lang="en-US" sz="1350" dirty="0">
                <a:solidFill>
                  <a:srgbClr val="000000"/>
                </a:solidFill>
                <a:effectLst/>
                <a:latin typeface="Times New Roman" panose="02020603050405020304" pitchFamily="18" charset="0"/>
                <a:ea typeface="Times New Roman" panose="02020603050405020304" pitchFamily="18" charset="0"/>
              </a:rPr>
              <a:t> Gao, </a:t>
            </a:r>
            <a:r>
              <a:rPr lang="en-US" sz="1350" dirty="0" err="1">
                <a:solidFill>
                  <a:srgbClr val="000000"/>
                </a:solidFill>
                <a:effectLst/>
                <a:latin typeface="Times New Roman" panose="02020603050405020304" pitchFamily="18" charset="0"/>
                <a:ea typeface="Times New Roman" panose="02020603050405020304" pitchFamily="18" charset="0"/>
              </a:rPr>
              <a:t>Zhenxiang</a:t>
            </a:r>
            <a:r>
              <a:rPr lang="en-US" sz="1350" dirty="0">
                <a:solidFill>
                  <a:srgbClr val="000000"/>
                </a:solidFill>
                <a:effectLst/>
                <a:latin typeface="Times New Roman" panose="02020603050405020304" pitchFamily="18" charset="0"/>
                <a:ea typeface="Times New Roman" panose="02020603050405020304" pitchFamily="18" charset="0"/>
              </a:rPr>
              <a:t> Yi,</a:t>
            </a:r>
            <a:r>
              <a:rPr lang="en-US" sz="1350" dirty="0">
                <a:effectLst/>
                <a:latin typeface="Times New Roman" panose="02020603050405020304" pitchFamily="18" charset="0"/>
                <a:ea typeface="Times New Roman" panose="02020603050405020304" pitchFamily="18" charset="0"/>
              </a:rPr>
              <a:t> </a:t>
            </a:r>
            <a:r>
              <a:rPr lang="en-US" sz="1350" dirty="0">
                <a:solidFill>
                  <a:srgbClr val="000000"/>
                </a:solidFill>
                <a:effectLst/>
                <a:latin typeface="Times New Roman" panose="02020603050405020304" pitchFamily="18" charset="0"/>
                <a:ea typeface="Times New Roman" panose="02020603050405020304" pitchFamily="18" charset="0"/>
              </a:rPr>
              <a:t>Yizhou Ye, Ming Qin and Qing-An Huang presented a self-heated double Wheatstone bridge configuration for a 2-D wind sensor, 2018.</a:t>
            </a:r>
            <a:endParaRPr lang="en-IN" sz="1350" dirty="0">
              <a:effectLst/>
              <a:latin typeface="Times New Roman" panose="02020603050405020304" pitchFamily="18" charset="0"/>
              <a:ea typeface="Times New Roman" panose="02020603050405020304" pitchFamily="18" charset="0"/>
            </a:endParaRPr>
          </a:p>
          <a:p>
            <a:pPr algn="just">
              <a:buNone/>
            </a:pPr>
            <a:r>
              <a:rPr lang="en-US" sz="1350" dirty="0">
                <a:solidFill>
                  <a:srgbClr val="000000"/>
                </a:solidFill>
                <a:effectLst/>
                <a:latin typeface="Times New Roman" panose="02020603050405020304" pitchFamily="18" charset="0"/>
                <a:ea typeface="Times New Roman" panose="02020603050405020304" pitchFamily="18" charset="0"/>
              </a:rPr>
              <a:t> </a:t>
            </a:r>
            <a:endParaRPr lang="en-IN" sz="1350" dirty="0">
              <a:effectLst/>
              <a:latin typeface="Times New Roman" panose="02020603050405020304" pitchFamily="18" charset="0"/>
              <a:ea typeface="Times New Roman" panose="02020603050405020304" pitchFamily="18" charset="0"/>
            </a:endParaRPr>
          </a:p>
          <a:p>
            <a:pPr algn="just">
              <a:buNone/>
            </a:pPr>
            <a:r>
              <a:rPr lang="en-US" sz="1350" b="1" dirty="0">
                <a:solidFill>
                  <a:srgbClr val="000000"/>
                </a:solidFill>
                <a:effectLst/>
                <a:latin typeface="Times New Roman" panose="02020603050405020304" pitchFamily="18" charset="0"/>
                <a:ea typeface="Times New Roman" panose="02020603050405020304" pitchFamily="18" charset="0"/>
              </a:rPr>
              <a:t>[3] </a:t>
            </a:r>
            <a:r>
              <a:rPr lang="en-US" sz="1350" dirty="0" err="1">
                <a:solidFill>
                  <a:srgbClr val="000000"/>
                </a:solidFill>
                <a:effectLst/>
                <a:latin typeface="Times New Roman" panose="02020603050405020304" pitchFamily="18" charset="0"/>
                <a:ea typeface="Times New Roman" panose="02020603050405020304" pitchFamily="18" charset="0"/>
              </a:rPr>
              <a:t>Dingsong</a:t>
            </a:r>
            <a:r>
              <a:rPr lang="en-US" sz="1350" dirty="0">
                <a:solidFill>
                  <a:srgbClr val="000000"/>
                </a:solidFill>
                <a:effectLst/>
                <a:latin typeface="Times New Roman" panose="02020603050405020304" pitchFamily="18" charset="0"/>
                <a:ea typeface="Times New Roman" panose="02020603050405020304" pitchFamily="18" charset="0"/>
              </a:rPr>
              <a:t> Jiang, Zhihong Lu, Mingming </a:t>
            </a:r>
            <a:r>
              <a:rPr lang="en-US" sz="1350" dirty="0" err="1">
                <a:solidFill>
                  <a:srgbClr val="000000"/>
                </a:solidFill>
                <a:effectLst/>
                <a:latin typeface="Times New Roman" panose="02020603050405020304" pitchFamily="18" charset="0"/>
                <a:ea typeface="Times New Roman" panose="02020603050405020304" pitchFamily="18" charset="0"/>
              </a:rPr>
              <a:t>Chen,and</a:t>
            </a:r>
            <a:r>
              <a:rPr lang="en-US" sz="1350" dirty="0">
                <a:solidFill>
                  <a:srgbClr val="000000"/>
                </a:solidFill>
                <a:effectLst/>
                <a:latin typeface="Times New Roman" panose="02020603050405020304" pitchFamily="18" charset="0"/>
                <a:ea typeface="Times New Roman" panose="02020603050405020304" pitchFamily="18" charset="0"/>
              </a:rPr>
              <a:t> Jianzhong Yang presented the tunneling magnetoresistance (TMR) magnetic sensor, School of Engineering and Technology, China University of Geosciences (Beijing), Beijing, China, 2021.</a:t>
            </a:r>
            <a:endParaRPr lang="en-IN" sz="1350" dirty="0">
              <a:effectLst/>
              <a:latin typeface="Times New Roman" panose="02020603050405020304" pitchFamily="18" charset="0"/>
              <a:ea typeface="Times New Roman" panose="02020603050405020304" pitchFamily="18" charset="0"/>
            </a:endParaRPr>
          </a:p>
          <a:p>
            <a:pPr algn="just">
              <a:buNone/>
            </a:pPr>
            <a:r>
              <a:rPr lang="en-US" sz="1350" dirty="0">
                <a:solidFill>
                  <a:srgbClr val="000000"/>
                </a:solidFill>
                <a:effectLst/>
                <a:latin typeface="Times New Roman" panose="02020603050405020304" pitchFamily="18" charset="0"/>
                <a:ea typeface="Times New Roman" panose="02020603050405020304" pitchFamily="18" charset="0"/>
              </a:rPr>
              <a:t> </a:t>
            </a:r>
            <a:endParaRPr lang="en-IN" sz="1350" dirty="0">
              <a:effectLst/>
              <a:latin typeface="Times New Roman" panose="02020603050405020304" pitchFamily="18" charset="0"/>
              <a:ea typeface="Times New Roman" panose="02020603050405020304" pitchFamily="18" charset="0"/>
            </a:endParaRPr>
          </a:p>
          <a:p>
            <a:pPr algn="just">
              <a:buNone/>
            </a:pPr>
            <a:r>
              <a:rPr lang="en-US" sz="1350" b="1" dirty="0">
                <a:solidFill>
                  <a:srgbClr val="000000"/>
                </a:solidFill>
                <a:effectLst/>
                <a:latin typeface="Times New Roman" panose="02020603050405020304" pitchFamily="18" charset="0"/>
                <a:ea typeface="Times New Roman" panose="02020603050405020304" pitchFamily="18" charset="0"/>
              </a:rPr>
              <a:t>[4] </a:t>
            </a:r>
            <a:r>
              <a:rPr lang="en-US" sz="1350" dirty="0">
                <a:solidFill>
                  <a:srgbClr val="000000"/>
                </a:solidFill>
                <a:effectLst/>
                <a:latin typeface="Times New Roman" panose="02020603050405020304" pitchFamily="18" charset="0"/>
                <a:ea typeface="Times New Roman" panose="02020603050405020304" pitchFamily="18" charset="0"/>
              </a:rPr>
              <a:t>Brian Miranda, José Luis Casais, Marcos E. </a:t>
            </a:r>
            <a:r>
              <a:rPr lang="en-US" sz="1350" dirty="0" err="1">
                <a:solidFill>
                  <a:srgbClr val="000000"/>
                </a:solidFill>
                <a:effectLst/>
                <a:latin typeface="Times New Roman" panose="02020603050405020304" pitchFamily="18" charset="0"/>
                <a:ea typeface="Times New Roman" panose="02020603050405020304" pitchFamily="18" charset="0"/>
              </a:rPr>
              <a:t>Bierzychudek</a:t>
            </a:r>
            <a:r>
              <a:rPr lang="en-US" sz="1350" dirty="0">
                <a:solidFill>
                  <a:srgbClr val="000000"/>
                </a:solidFill>
                <a:effectLst/>
                <a:latin typeface="Times New Roman" panose="02020603050405020304" pitchFamily="18" charset="0"/>
                <a:ea typeface="Times New Roman" panose="02020603050405020304" pitchFamily="18" charset="0"/>
              </a:rPr>
              <a:t>, Harold Parks† and Branislav Djokic presented a study of the voltage dependence of a high DC voltage divider, Instituto Nacional de </a:t>
            </a:r>
            <a:r>
              <a:rPr lang="en-US" sz="1350" dirty="0" err="1">
                <a:solidFill>
                  <a:srgbClr val="000000"/>
                </a:solidFill>
                <a:effectLst/>
                <a:latin typeface="Times New Roman" panose="02020603050405020304" pitchFamily="18" charset="0"/>
                <a:ea typeface="Times New Roman" panose="02020603050405020304" pitchFamily="18" charset="0"/>
              </a:rPr>
              <a:t>Tecnología</a:t>
            </a:r>
            <a:r>
              <a:rPr lang="en-US" sz="1350" dirty="0">
                <a:solidFill>
                  <a:srgbClr val="000000"/>
                </a:solidFill>
                <a:effectLst/>
                <a:latin typeface="Times New Roman" panose="02020603050405020304" pitchFamily="18" charset="0"/>
                <a:ea typeface="Times New Roman" panose="02020603050405020304" pitchFamily="18" charset="0"/>
              </a:rPr>
              <a:t> Industrial, Buenos Aires, Argentina, 2020.</a:t>
            </a:r>
            <a:endParaRPr lang="en-IN" sz="1350" dirty="0">
              <a:effectLst/>
              <a:latin typeface="Times New Roman" panose="02020603050405020304" pitchFamily="18" charset="0"/>
              <a:ea typeface="Times New Roman" panose="02020603050405020304" pitchFamily="18" charset="0"/>
            </a:endParaRPr>
          </a:p>
          <a:p>
            <a:pPr algn="just">
              <a:buNone/>
            </a:pPr>
            <a:r>
              <a:rPr lang="en-US" sz="1350" dirty="0">
                <a:solidFill>
                  <a:srgbClr val="000000"/>
                </a:solidFill>
                <a:effectLst/>
                <a:latin typeface="Times New Roman" panose="02020603050405020304" pitchFamily="18" charset="0"/>
                <a:ea typeface="Times New Roman" panose="02020603050405020304" pitchFamily="18" charset="0"/>
              </a:rPr>
              <a:t> </a:t>
            </a:r>
            <a:endParaRPr lang="en-IN" sz="1350" dirty="0">
              <a:effectLst/>
              <a:latin typeface="Times New Roman" panose="02020603050405020304" pitchFamily="18" charset="0"/>
              <a:ea typeface="Times New Roman" panose="02020603050405020304" pitchFamily="18" charset="0"/>
            </a:endParaRPr>
          </a:p>
          <a:p>
            <a:pPr algn="just">
              <a:buNone/>
            </a:pPr>
            <a:r>
              <a:rPr lang="en-US" sz="1350" b="1" dirty="0">
                <a:solidFill>
                  <a:srgbClr val="000000"/>
                </a:solidFill>
                <a:effectLst/>
                <a:latin typeface="Times New Roman" panose="02020603050405020304" pitchFamily="18" charset="0"/>
                <a:ea typeface="Times New Roman" panose="02020603050405020304" pitchFamily="18" charset="0"/>
              </a:rPr>
              <a:t>[5] </a:t>
            </a:r>
            <a:r>
              <a:rPr lang="en-US" sz="1350" dirty="0" err="1">
                <a:solidFill>
                  <a:srgbClr val="000000"/>
                </a:solidFill>
                <a:effectLst/>
                <a:latin typeface="Times New Roman" panose="02020603050405020304" pitchFamily="18" charset="0"/>
                <a:ea typeface="Times New Roman" panose="02020603050405020304" pitchFamily="18" charset="0"/>
              </a:rPr>
              <a:t>Yeejung</a:t>
            </a:r>
            <a:r>
              <a:rPr lang="en-US" sz="1350" dirty="0">
                <a:solidFill>
                  <a:srgbClr val="000000"/>
                </a:solidFill>
                <a:effectLst/>
                <a:latin typeface="Times New Roman" panose="02020603050405020304" pitchFamily="18" charset="0"/>
                <a:ea typeface="Times New Roman" panose="02020603050405020304" pitchFamily="18" charset="0"/>
              </a:rPr>
              <a:t> Kim, Taehoon Kim, Hoon Kim, </a:t>
            </a:r>
            <a:r>
              <a:rPr lang="en-US" sz="1350" dirty="0" err="1">
                <a:solidFill>
                  <a:srgbClr val="000000"/>
                </a:solidFill>
                <a:effectLst/>
                <a:latin typeface="Times New Roman" panose="02020603050405020304" pitchFamily="18" charset="0"/>
                <a:ea typeface="Times New Roman" panose="02020603050405020304" pitchFamily="18" charset="0"/>
              </a:rPr>
              <a:t>Sunghun</a:t>
            </a:r>
            <a:r>
              <a:rPr lang="en-US" sz="1350" dirty="0">
                <a:solidFill>
                  <a:srgbClr val="000000"/>
                </a:solidFill>
                <a:effectLst/>
                <a:latin typeface="Times New Roman" panose="02020603050405020304" pitchFamily="18" charset="0"/>
                <a:ea typeface="Times New Roman" panose="02020603050405020304" pitchFamily="18" charset="0"/>
              </a:rPr>
              <a:t> Kim, and </a:t>
            </a:r>
            <a:r>
              <a:rPr lang="en-US" sz="1350" dirty="0" err="1">
                <a:solidFill>
                  <a:srgbClr val="000000"/>
                </a:solidFill>
                <a:effectLst/>
                <a:latin typeface="Times New Roman" panose="02020603050405020304" pitchFamily="18" charset="0"/>
                <a:ea typeface="Times New Roman" panose="02020603050405020304" pitchFamily="18" charset="0"/>
              </a:rPr>
              <a:t>Youngnam</a:t>
            </a:r>
            <a:r>
              <a:rPr lang="en-US" sz="1350" dirty="0">
                <a:solidFill>
                  <a:srgbClr val="000000"/>
                </a:solidFill>
                <a:effectLst/>
                <a:latin typeface="Times New Roman" panose="02020603050405020304" pitchFamily="18" charset="0"/>
                <a:ea typeface="Times New Roman" panose="02020603050405020304" pitchFamily="18" charset="0"/>
              </a:rPr>
              <a:t> Han presented A Threshold-Based Relay Switching Protocol for Enhanced Capacity and Resource Efficiency, 2011.</a:t>
            </a:r>
            <a:endParaRPr lang="en-IN" sz="1350" dirty="0">
              <a:effectLst/>
              <a:latin typeface="Times New Roman" panose="02020603050405020304" pitchFamily="18" charset="0"/>
              <a:ea typeface="Times New Roman" panose="02020603050405020304" pitchFamily="18" charset="0"/>
            </a:endParaRPr>
          </a:p>
          <a:p>
            <a:pPr algn="just">
              <a:buNone/>
            </a:pPr>
            <a:r>
              <a:rPr lang="en-US" sz="1350" dirty="0">
                <a:solidFill>
                  <a:srgbClr val="000000"/>
                </a:solidFill>
                <a:effectLst/>
                <a:latin typeface="Times New Roman" panose="02020603050405020304" pitchFamily="18" charset="0"/>
                <a:ea typeface="Times New Roman" panose="02020603050405020304" pitchFamily="18" charset="0"/>
              </a:rPr>
              <a:t> </a:t>
            </a:r>
            <a:endParaRPr lang="en-IN" sz="1350" dirty="0">
              <a:effectLst/>
              <a:latin typeface="Times New Roman" panose="02020603050405020304" pitchFamily="18" charset="0"/>
              <a:ea typeface="Times New Roman" panose="02020603050405020304" pitchFamily="18" charset="0"/>
            </a:endParaRPr>
          </a:p>
          <a:p>
            <a:pPr algn="just">
              <a:buNone/>
            </a:pPr>
            <a:r>
              <a:rPr lang="en-US" sz="1350" b="1" dirty="0">
                <a:solidFill>
                  <a:srgbClr val="000000"/>
                </a:solidFill>
                <a:effectLst/>
                <a:latin typeface="Times New Roman" panose="02020603050405020304" pitchFamily="18" charset="0"/>
                <a:ea typeface="Times New Roman" panose="02020603050405020304" pitchFamily="18" charset="0"/>
              </a:rPr>
              <a:t>[6] </a:t>
            </a:r>
            <a:r>
              <a:rPr lang="en-US" sz="1350" dirty="0">
                <a:solidFill>
                  <a:srgbClr val="000000"/>
                </a:solidFill>
                <a:effectLst/>
                <a:latin typeface="Times New Roman" panose="02020603050405020304" pitchFamily="18" charset="0"/>
                <a:ea typeface="Times New Roman" panose="02020603050405020304" pitchFamily="18" charset="0"/>
              </a:rPr>
              <a:t>Chong Zhao and </a:t>
            </a:r>
            <a:r>
              <a:rPr lang="en-US" sz="1350" dirty="0" err="1">
                <a:solidFill>
                  <a:srgbClr val="000000"/>
                </a:solidFill>
                <a:effectLst/>
                <a:latin typeface="Times New Roman" panose="02020603050405020304" pitchFamily="18" charset="0"/>
                <a:ea typeface="Times New Roman" panose="02020603050405020304" pitchFamily="18" charset="0"/>
              </a:rPr>
              <a:t>Zhaoxi</a:t>
            </a:r>
            <a:r>
              <a:rPr lang="en-US" sz="1350" dirty="0">
                <a:solidFill>
                  <a:srgbClr val="000000"/>
                </a:solidFill>
                <a:effectLst/>
                <a:latin typeface="Times New Roman" panose="02020603050405020304" pitchFamily="18" charset="0"/>
                <a:ea typeface="Times New Roman" panose="02020603050405020304" pitchFamily="18" charset="0"/>
              </a:rPr>
              <a:t> Hua presented PID speed regulation system based on a STM32 microcontroller, 2022.</a:t>
            </a:r>
            <a:endParaRPr lang="en-IN" sz="1350" dirty="0">
              <a:effectLst/>
              <a:latin typeface="Times New Roman" panose="02020603050405020304" pitchFamily="18" charset="0"/>
              <a:ea typeface="Times New Roman" panose="02020603050405020304" pitchFamily="18" charset="0"/>
            </a:endParaRPr>
          </a:p>
          <a:p>
            <a:pPr algn="just">
              <a:buNone/>
            </a:pPr>
            <a:r>
              <a:rPr lang="en-US" sz="1350" dirty="0">
                <a:solidFill>
                  <a:srgbClr val="000000"/>
                </a:solidFill>
                <a:effectLst/>
                <a:latin typeface="Times New Roman" panose="02020603050405020304" pitchFamily="18" charset="0"/>
                <a:ea typeface="Times New Roman" panose="02020603050405020304" pitchFamily="18" charset="0"/>
              </a:rPr>
              <a:t> </a:t>
            </a:r>
            <a:endParaRPr lang="en-IN" sz="1350" dirty="0">
              <a:effectLst/>
              <a:latin typeface="Times New Roman" panose="02020603050405020304" pitchFamily="18" charset="0"/>
              <a:ea typeface="Times New Roman" panose="02020603050405020304" pitchFamily="18" charset="0"/>
            </a:endParaRPr>
          </a:p>
          <a:p>
            <a:pPr algn="just">
              <a:buNone/>
            </a:pPr>
            <a:r>
              <a:rPr lang="en-US" sz="1350" b="1" dirty="0">
                <a:solidFill>
                  <a:srgbClr val="000000"/>
                </a:solidFill>
                <a:effectLst/>
                <a:latin typeface="Times New Roman" panose="02020603050405020304" pitchFamily="18" charset="0"/>
                <a:ea typeface="Times New Roman" panose="02020603050405020304" pitchFamily="18" charset="0"/>
              </a:rPr>
              <a:t>[7] </a:t>
            </a:r>
            <a:r>
              <a:rPr lang="en-US" sz="1350" dirty="0">
                <a:solidFill>
                  <a:srgbClr val="000000"/>
                </a:solidFill>
                <a:effectLst/>
                <a:latin typeface="Times New Roman" panose="02020603050405020304" pitchFamily="18" charset="0"/>
                <a:ea typeface="Times New Roman" panose="02020603050405020304" pitchFamily="18" charset="0"/>
              </a:rPr>
              <a:t>C. W. Huang, W. T. Hsu, G. J. Cai and Q.J. Xiao presented digital controlled high-voltage DC power supply based on STM-32 microcontroller, 2021.</a:t>
            </a:r>
            <a:endParaRPr lang="en-IN" sz="1350" dirty="0">
              <a:effectLst/>
              <a:latin typeface="Times New Roman" panose="02020603050405020304" pitchFamily="18" charset="0"/>
              <a:ea typeface="Times New Roman" panose="02020603050405020304" pitchFamily="18" charset="0"/>
            </a:endParaRPr>
          </a:p>
          <a:p>
            <a:pPr algn="just">
              <a:buNone/>
            </a:pPr>
            <a:r>
              <a:rPr lang="en-US" sz="1350" dirty="0">
                <a:solidFill>
                  <a:srgbClr val="000000"/>
                </a:solidFill>
                <a:effectLst/>
                <a:latin typeface="Times New Roman" panose="02020603050405020304" pitchFamily="18" charset="0"/>
                <a:ea typeface="Times New Roman" panose="02020603050405020304" pitchFamily="18" charset="0"/>
              </a:rPr>
              <a:t> </a:t>
            </a:r>
            <a:endParaRPr lang="en-IN" sz="1350" dirty="0">
              <a:effectLst/>
              <a:latin typeface="Times New Roman" panose="02020603050405020304" pitchFamily="18" charset="0"/>
              <a:ea typeface="Times New Roman" panose="02020603050405020304" pitchFamily="18" charset="0"/>
            </a:endParaRPr>
          </a:p>
          <a:p>
            <a:pPr algn="just">
              <a:buNone/>
            </a:pPr>
            <a:r>
              <a:rPr lang="en-US" sz="1350" b="1" dirty="0">
                <a:solidFill>
                  <a:srgbClr val="000000"/>
                </a:solidFill>
                <a:effectLst/>
                <a:latin typeface="Times New Roman" panose="02020603050405020304" pitchFamily="18" charset="0"/>
                <a:ea typeface="Times New Roman" panose="02020603050405020304" pitchFamily="18" charset="0"/>
              </a:rPr>
              <a:t>[8] </a:t>
            </a:r>
            <a:r>
              <a:rPr lang="en-US" sz="1350" dirty="0">
                <a:solidFill>
                  <a:srgbClr val="000000"/>
                </a:solidFill>
                <a:effectLst/>
                <a:latin typeface="Times New Roman" panose="02020603050405020304" pitchFamily="18" charset="0"/>
                <a:ea typeface="Times New Roman" panose="02020603050405020304" pitchFamily="18" charset="0"/>
              </a:rPr>
              <a:t>Petr Prochazka, Ivo Pazdera, Jan Miklas and Radoslav </a:t>
            </a:r>
            <a:r>
              <a:rPr lang="en-US" sz="1350" dirty="0" err="1">
                <a:solidFill>
                  <a:srgbClr val="000000"/>
                </a:solidFill>
                <a:effectLst/>
                <a:latin typeface="Times New Roman" panose="02020603050405020304" pitchFamily="18" charset="0"/>
                <a:ea typeface="Times New Roman" panose="02020603050405020304" pitchFamily="18" charset="0"/>
              </a:rPr>
              <a:t>Cipin</a:t>
            </a:r>
            <a:r>
              <a:rPr lang="en-US" sz="1350" dirty="0">
                <a:solidFill>
                  <a:srgbClr val="000000"/>
                </a:solidFill>
                <a:effectLst/>
                <a:latin typeface="Times New Roman" panose="02020603050405020304" pitchFamily="18" charset="0"/>
                <a:ea typeface="Times New Roman" panose="02020603050405020304" pitchFamily="18" charset="0"/>
              </a:rPr>
              <a:t> presented Analysis of Power Transistor Switching Process, Department of Power Electrical and Electronic Engineering, Faculty of Electrical Engineering and Communication, Brno University of Technology Brno, Czech Republic, 2019.</a:t>
            </a:r>
            <a:endParaRPr lang="en-IN" sz="1350" dirty="0">
              <a:effectLst/>
              <a:latin typeface="Times New Roman" panose="02020603050405020304" pitchFamily="18" charset="0"/>
              <a:ea typeface="Times New Roman" panose="02020603050405020304" pitchFamily="18" charset="0"/>
            </a:endParaRPr>
          </a:p>
          <a:p>
            <a:pPr algn="just">
              <a:buNone/>
            </a:pPr>
            <a:r>
              <a:rPr lang="en-US" sz="1350" dirty="0">
                <a:solidFill>
                  <a:srgbClr val="000000"/>
                </a:solidFill>
                <a:effectLst/>
                <a:latin typeface="Times New Roman" panose="02020603050405020304" pitchFamily="18" charset="0"/>
                <a:ea typeface="Times New Roman" panose="02020603050405020304" pitchFamily="18" charset="0"/>
              </a:rPr>
              <a:t> </a:t>
            </a:r>
            <a:endParaRPr lang="en-IN" sz="1350" dirty="0">
              <a:effectLst/>
              <a:latin typeface="Times New Roman" panose="02020603050405020304" pitchFamily="18" charset="0"/>
              <a:ea typeface="Times New Roman" panose="02020603050405020304" pitchFamily="18" charset="0"/>
            </a:endParaRPr>
          </a:p>
          <a:p>
            <a:pPr algn="just">
              <a:buNone/>
            </a:pPr>
            <a:r>
              <a:rPr lang="en-US" sz="1350" b="1" dirty="0">
                <a:solidFill>
                  <a:srgbClr val="000000"/>
                </a:solidFill>
                <a:effectLst/>
                <a:latin typeface="Times New Roman" panose="02020603050405020304" pitchFamily="18" charset="0"/>
                <a:ea typeface="Times New Roman" panose="02020603050405020304" pitchFamily="18" charset="0"/>
              </a:rPr>
              <a:t>[9]</a:t>
            </a:r>
            <a:r>
              <a:rPr lang="en-US" sz="1350" dirty="0">
                <a:solidFill>
                  <a:srgbClr val="000000"/>
                </a:solidFill>
                <a:effectLst/>
                <a:latin typeface="Times New Roman" panose="02020603050405020304" pitchFamily="18" charset="0"/>
                <a:ea typeface="Times New Roman" panose="02020603050405020304" pitchFamily="18" charset="0"/>
              </a:rPr>
              <a:t> Andrey A. Antonov, Maksim S. Karpovich, Yuri D. </a:t>
            </a:r>
            <a:r>
              <a:rPr lang="en-US" sz="1350" dirty="0" err="1">
                <a:solidFill>
                  <a:srgbClr val="000000"/>
                </a:solidFill>
                <a:effectLst/>
                <a:latin typeface="Times New Roman" panose="02020603050405020304" pitchFamily="18" charset="0"/>
                <a:ea typeface="Times New Roman" panose="02020603050405020304" pitchFamily="18" charset="0"/>
              </a:rPr>
              <a:t>Kozlyaev</a:t>
            </a:r>
            <a:r>
              <a:rPr lang="en-US" sz="1350" dirty="0">
                <a:solidFill>
                  <a:srgbClr val="000000"/>
                </a:solidFill>
                <a:effectLst/>
                <a:latin typeface="Times New Roman" panose="02020603050405020304" pitchFamily="18" charset="0"/>
                <a:ea typeface="Times New Roman" panose="02020603050405020304" pitchFamily="18" charset="0"/>
              </a:rPr>
              <a:t>, Yuri E. Semenov and Vladislav Yu. Vasilyev presented Integrated Circuit Test Chip for Power Transistor Operation in AC/DC Power Supply Units in Zero Voltage Switching Mode, </a:t>
            </a:r>
            <a:r>
              <a:rPr lang="en-US" sz="1350" dirty="0" err="1">
                <a:solidFill>
                  <a:srgbClr val="000000"/>
                </a:solidFill>
                <a:effectLst/>
                <a:latin typeface="Times New Roman" panose="02020603050405020304" pitchFamily="18" charset="0"/>
                <a:ea typeface="Times New Roman" panose="02020603050405020304" pitchFamily="18" charset="0"/>
              </a:rPr>
              <a:t>SibIS</a:t>
            </a:r>
            <a:r>
              <a:rPr lang="en-US" sz="1350" dirty="0">
                <a:solidFill>
                  <a:srgbClr val="000000"/>
                </a:solidFill>
                <a:effectLst/>
                <a:latin typeface="Times New Roman" panose="02020603050405020304" pitchFamily="18" charset="0"/>
                <a:ea typeface="Times New Roman" panose="02020603050405020304" pitchFamily="18" charset="0"/>
              </a:rPr>
              <a:t> LLC, Novosibirsk, Russia, 2014.</a:t>
            </a:r>
            <a:endParaRPr lang="en-IN" sz="1350" dirty="0">
              <a:effectLst/>
              <a:latin typeface="Times New Roman" panose="02020603050405020304" pitchFamily="18" charset="0"/>
              <a:ea typeface="Times New Roman" panose="02020603050405020304" pitchFamily="18" charset="0"/>
            </a:endParaRPr>
          </a:p>
          <a:p>
            <a:pPr algn="just">
              <a:buNone/>
            </a:pPr>
            <a:r>
              <a:rPr lang="en-US" sz="1350" dirty="0">
                <a:solidFill>
                  <a:srgbClr val="000000"/>
                </a:solidFill>
                <a:effectLst/>
                <a:latin typeface="Times New Roman" panose="02020603050405020304" pitchFamily="18" charset="0"/>
                <a:ea typeface="Times New Roman" panose="02020603050405020304" pitchFamily="18" charset="0"/>
              </a:rPr>
              <a:t> </a:t>
            </a:r>
            <a:endParaRPr lang="en-IN" sz="1350" dirty="0">
              <a:effectLst/>
              <a:latin typeface="Times New Roman" panose="02020603050405020304" pitchFamily="18" charset="0"/>
              <a:ea typeface="Times New Roman" panose="02020603050405020304" pitchFamily="18" charset="0"/>
            </a:endParaRPr>
          </a:p>
          <a:p>
            <a:pPr algn="just">
              <a:buNone/>
            </a:pPr>
            <a:r>
              <a:rPr lang="en-US" sz="1350" b="1" dirty="0">
                <a:solidFill>
                  <a:srgbClr val="000000"/>
                </a:solidFill>
                <a:effectLst/>
                <a:latin typeface="Times New Roman" panose="02020603050405020304" pitchFamily="18" charset="0"/>
                <a:ea typeface="Times New Roman" panose="02020603050405020304" pitchFamily="18" charset="0"/>
              </a:rPr>
              <a:t>[10] </a:t>
            </a:r>
            <a:r>
              <a:rPr lang="en-US" sz="1350" dirty="0">
                <a:solidFill>
                  <a:srgbClr val="000000"/>
                </a:solidFill>
                <a:effectLst/>
                <a:latin typeface="Times New Roman" panose="02020603050405020304" pitchFamily="18" charset="0"/>
                <a:ea typeface="Times New Roman" panose="02020603050405020304" pitchFamily="18" charset="0"/>
              </a:rPr>
              <a:t>Yi-Chen Lee, Ching-Min Lee presented develop a controlling unit using Raspberry Pi, 2021.</a:t>
            </a:r>
            <a:endParaRPr lang="en-IN" sz="1350" dirty="0">
              <a:effectLst/>
              <a:latin typeface="Times New Roman" panose="02020603050405020304" pitchFamily="18" charset="0"/>
              <a:ea typeface="Times New Roman" panose="02020603050405020304" pitchFamily="18" charset="0"/>
            </a:endParaRPr>
          </a:p>
          <a:p>
            <a:pPr algn="just">
              <a:buNone/>
            </a:pPr>
            <a:r>
              <a:rPr lang="en-US" sz="1350" dirty="0">
                <a:solidFill>
                  <a:srgbClr val="000000"/>
                </a:solidFill>
                <a:effectLst/>
                <a:latin typeface="Times New Roman" panose="02020603050405020304" pitchFamily="18" charset="0"/>
                <a:ea typeface="Times New Roman" panose="02020603050405020304" pitchFamily="18" charset="0"/>
              </a:rPr>
              <a:t> </a:t>
            </a:r>
            <a:endParaRPr lang="en-IN" sz="1350" dirty="0">
              <a:effectLst/>
              <a:latin typeface="Times New Roman" panose="02020603050405020304" pitchFamily="18" charset="0"/>
              <a:ea typeface="Times New Roman" panose="02020603050405020304" pitchFamily="18" charset="0"/>
            </a:endParaRPr>
          </a:p>
          <a:p>
            <a:pPr algn="just"/>
            <a:r>
              <a:rPr lang="en-US" sz="1350" b="1" dirty="0">
                <a:solidFill>
                  <a:srgbClr val="000000"/>
                </a:solidFill>
                <a:effectLst/>
                <a:latin typeface="Times New Roman" panose="02020603050405020304" pitchFamily="18" charset="0"/>
                <a:ea typeface="Times New Roman" panose="02020603050405020304" pitchFamily="18" charset="0"/>
              </a:rPr>
              <a:t>[11] </a:t>
            </a:r>
            <a:r>
              <a:rPr lang="en-US" sz="1350" dirty="0">
                <a:solidFill>
                  <a:srgbClr val="000000"/>
                </a:solidFill>
                <a:effectLst/>
                <a:latin typeface="Times New Roman" panose="02020603050405020304" pitchFamily="18" charset="0"/>
                <a:ea typeface="Times New Roman" panose="02020603050405020304" pitchFamily="18" charset="0"/>
              </a:rPr>
              <a:t>Shubham Raut, Vishal </a:t>
            </a:r>
            <a:r>
              <a:rPr lang="en-US" sz="1350" dirty="0" err="1">
                <a:solidFill>
                  <a:srgbClr val="000000"/>
                </a:solidFill>
                <a:effectLst/>
                <a:latin typeface="Times New Roman" panose="02020603050405020304" pitchFamily="18" charset="0"/>
                <a:ea typeface="Times New Roman" panose="02020603050405020304" pitchFamily="18" charset="0"/>
              </a:rPr>
              <a:t>Talekar</a:t>
            </a:r>
            <a:r>
              <a:rPr lang="en-US" sz="1350" dirty="0">
                <a:solidFill>
                  <a:srgbClr val="000000"/>
                </a:solidFill>
                <a:effectLst/>
                <a:latin typeface="Times New Roman" panose="02020603050405020304" pitchFamily="18" charset="0"/>
                <a:ea typeface="Times New Roman" panose="02020603050405020304" pitchFamily="18" charset="0"/>
              </a:rPr>
              <a:t> and Aniket Govardhan presented Digital Electronic Voting Machine (DEVM), 2021.</a:t>
            </a:r>
            <a:endParaRPr lang="en-IN" sz="135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Slipstream">
  <a:themeElements>
    <a:clrScheme name="Slipstream">
      <a:dk1>
        <a:srgbClr val="000000"/>
      </a:dk1>
      <a:lt1>
        <a:srgbClr val="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TotalTime>
  <Words>2330</Words>
  <Application>Microsoft Office PowerPoint</Application>
  <PresentationFormat>Custom</PresentationFormat>
  <Paragraphs>177</Paragraphs>
  <Slides>20</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Georgia</vt:lpstr>
      <vt:lpstr>Noto Sans Symbols</vt:lpstr>
      <vt:lpstr>Symbol</vt:lpstr>
      <vt:lpstr>Times New Roman</vt:lpstr>
      <vt:lpstr>Trebuchet MS</vt:lpstr>
      <vt:lpstr>Slipstream</vt:lpstr>
      <vt:lpstr>Progressive Education Society’s  Modern College of Engineering, Shivajinagar, Pune-5. Department of Electronics and Telecommunication Engineering, (Program: ENTC)  2024-25</vt:lpstr>
      <vt:lpstr>PowerPoint Presentation</vt:lpstr>
      <vt:lpstr>Introduction:</vt:lpstr>
      <vt:lpstr>PowerPoint Presentation</vt:lpstr>
      <vt:lpstr>PowerPoint Presentation</vt:lpstr>
      <vt:lpstr>Summary of Literature Survey  </vt:lpstr>
      <vt:lpstr>Market Survey:</vt:lpstr>
      <vt:lpstr>Component Survey:</vt:lpstr>
      <vt:lpstr>Overall Summary:</vt:lpstr>
      <vt:lpstr>Motivation: </vt:lpstr>
      <vt:lpstr>Problem Statement:</vt:lpstr>
      <vt:lpstr>System Specifications:</vt:lpstr>
      <vt:lpstr>Block Diagram: </vt:lpstr>
      <vt:lpstr>Hardware Design:</vt:lpstr>
      <vt:lpstr>Software Design: </vt:lpstr>
      <vt:lpstr>Result (Photo / Audio-Visual / Video Results):</vt:lpstr>
      <vt:lpstr>Applications:</vt:lpstr>
      <vt:lpstr>Future Scope: </vt:lpstr>
      <vt:lpstr>Conclusion: </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Somesh Mutha</cp:lastModifiedBy>
  <cp:revision>5</cp:revision>
  <dcterms:modified xsi:type="dcterms:W3CDTF">2025-06-08T17:34:31Z</dcterms:modified>
</cp:coreProperties>
</file>